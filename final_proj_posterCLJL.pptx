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6"/>
  </p:notesMasterIdLst>
  <p:sldIdLst>
    <p:sldId id="258" r:id="rId5"/>
  </p:sldIdLst>
  <p:sldSz cx="38404800" cy="32918400"/>
  <p:notesSz cx="6858000" cy="9144000"/>
  <p:defaultText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defaultTextStyle>
  <p:extLst>
    <p:ext uri="{EFAFB233-063F-42B5-8137-9DF3F51BA10A}">
      <p15:sldGuideLst xmlns:p15="http://schemas.microsoft.com/office/powerpoint/2012/main">
        <p15:guide id="1" pos="24024" userDrawn="1">
          <p15:clr>
            <a:srgbClr val="A4A3A4"/>
          </p15:clr>
        </p15:guide>
        <p15:guide id="2" orient="horz"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0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721" autoAdjust="0"/>
    <p:restoredTop sz="94694"/>
  </p:normalViewPr>
  <p:slideViewPr>
    <p:cSldViewPr>
      <p:cViewPr>
        <p:scale>
          <a:sx n="10" d="100"/>
          <a:sy n="10" d="100"/>
        </p:scale>
        <p:origin x="3240" y="1808"/>
      </p:cViewPr>
      <p:guideLst>
        <p:guide pos="24024"/>
        <p:guide orient="horz" pos="1036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EA0B36-45A6-4826-BA15-6DBE6842A786}" type="doc">
      <dgm:prSet loTypeId="urn:microsoft.com/office/officeart/2008/layout/HorizontalMultiLevelHierarchy" loCatId="hierarchy" qsTypeId="urn:microsoft.com/office/officeart/2005/8/quickstyle/simple1" qsCatId="simple" csTypeId="urn:microsoft.com/office/officeart/2005/8/colors/accent1_2" csCatId="accent1" phldr="1"/>
      <dgm:spPr/>
      <dgm:t>
        <a:bodyPr/>
        <a:lstStyle/>
        <a:p>
          <a:endParaRPr lang="en-US"/>
        </a:p>
      </dgm:t>
    </dgm:pt>
    <dgm:pt modelId="{2D680BB2-22E3-44E5-9CFC-23E34D839579}">
      <dgm:prSet phldrT="[Text]" phldr="0" custT="1"/>
      <dgm:spPr/>
      <dgm:t>
        <a:bodyPr/>
        <a:lstStyle/>
        <a:p>
          <a:r>
            <a:rPr lang="en-US" sz="3600" dirty="0"/>
            <a:t>Collect data sets</a:t>
          </a:r>
        </a:p>
      </dgm:t>
    </dgm:pt>
    <dgm:pt modelId="{3B2904FE-6752-43A1-AB80-8591956BE889}" type="parTrans" cxnId="{C3418FF9-C388-44A0-BC9E-E881F95B2610}">
      <dgm:prSet/>
      <dgm:spPr/>
      <dgm:t>
        <a:bodyPr/>
        <a:lstStyle/>
        <a:p>
          <a:endParaRPr lang="en-US"/>
        </a:p>
      </dgm:t>
    </dgm:pt>
    <dgm:pt modelId="{181E52FE-BBEC-44CB-8C95-1D19FDB42BE8}" type="sibTrans" cxnId="{C3418FF9-C388-44A0-BC9E-E881F95B2610}">
      <dgm:prSet/>
      <dgm:spPr/>
      <dgm:t>
        <a:bodyPr/>
        <a:lstStyle/>
        <a:p>
          <a:endParaRPr lang="en-US"/>
        </a:p>
      </dgm:t>
    </dgm:pt>
    <dgm:pt modelId="{A99668A7-85B0-48C8-AF04-153EDA9EEA9E}">
      <dgm:prSet phldrT="[Text]" phldr="0" custT="1"/>
      <dgm:spPr/>
      <dgm:t>
        <a:bodyPr/>
        <a:lstStyle/>
        <a:p>
          <a:r>
            <a:rPr lang="en-US" sz="3600" dirty="0"/>
            <a:t>Oregon Bee Atlas</a:t>
          </a:r>
        </a:p>
      </dgm:t>
    </dgm:pt>
    <dgm:pt modelId="{A65B7F37-E4BE-4CA6-ACB4-3D5AD9E10880}" type="parTrans" cxnId="{27883FA8-B59D-490F-8593-46165B8CF079}">
      <dgm:prSet/>
      <dgm:spPr/>
      <dgm:t>
        <a:bodyPr/>
        <a:lstStyle/>
        <a:p>
          <a:endParaRPr lang="en-US"/>
        </a:p>
      </dgm:t>
    </dgm:pt>
    <dgm:pt modelId="{E1D63676-580C-4094-86C6-E02DD179F5E2}" type="sibTrans" cxnId="{27883FA8-B59D-490F-8593-46165B8CF079}">
      <dgm:prSet/>
      <dgm:spPr/>
      <dgm:t>
        <a:bodyPr/>
        <a:lstStyle/>
        <a:p>
          <a:endParaRPr lang="en-US"/>
        </a:p>
      </dgm:t>
    </dgm:pt>
    <dgm:pt modelId="{7A4E8D91-FF8B-4C52-B876-6AAEE933E263}">
      <dgm:prSet phldrT="[Text]" phldr="0" custT="1"/>
      <dgm:spPr/>
      <dgm:t>
        <a:bodyPr/>
        <a:lstStyle/>
        <a:p>
          <a:r>
            <a:rPr lang="en-US" sz="3600" dirty="0"/>
            <a:t>Oregon Ecoregions</a:t>
          </a:r>
        </a:p>
      </dgm:t>
    </dgm:pt>
    <dgm:pt modelId="{4D45A49B-01E1-4CF0-9FCA-67856517CAEE}" type="parTrans" cxnId="{A7FBF7E9-FE7D-4810-8A8A-2F04445D0784}">
      <dgm:prSet/>
      <dgm:spPr/>
      <dgm:t>
        <a:bodyPr/>
        <a:lstStyle/>
        <a:p>
          <a:endParaRPr lang="en-US"/>
        </a:p>
      </dgm:t>
    </dgm:pt>
    <dgm:pt modelId="{7A2CA237-8749-49A4-AD97-21CDDD7EFCFC}" type="sibTrans" cxnId="{A7FBF7E9-FE7D-4810-8A8A-2F04445D0784}">
      <dgm:prSet/>
      <dgm:spPr/>
      <dgm:t>
        <a:bodyPr/>
        <a:lstStyle/>
        <a:p>
          <a:endParaRPr lang="en-US"/>
        </a:p>
      </dgm:t>
    </dgm:pt>
    <dgm:pt modelId="{52808CFB-3DA2-4FA7-9658-D5C858D71E63}">
      <dgm:prSet phldrT="[Text]" phldr="0" custT="1"/>
      <dgm:spPr/>
      <dgm:t>
        <a:bodyPr/>
        <a:lstStyle/>
        <a:p>
          <a:r>
            <a:rPr lang="en-US" sz="3600" dirty="0"/>
            <a:t>Oregon Plant Species</a:t>
          </a:r>
        </a:p>
      </dgm:t>
    </dgm:pt>
    <dgm:pt modelId="{F950AABC-9DE5-4DEF-A6F2-480110144CD3}" type="parTrans" cxnId="{068A24AD-E775-40B8-B304-FBAB7BB41A93}">
      <dgm:prSet/>
      <dgm:spPr/>
      <dgm:t>
        <a:bodyPr/>
        <a:lstStyle/>
        <a:p>
          <a:endParaRPr lang="en-US"/>
        </a:p>
      </dgm:t>
    </dgm:pt>
    <dgm:pt modelId="{5BA28515-131C-42FF-B9A7-A48D740A5924}" type="sibTrans" cxnId="{068A24AD-E775-40B8-B304-FBAB7BB41A93}">
      <dgm:prSet/>
      <dgm:spPr/>
      <dgm:t>
        <a:bodyPr/>
        <a:lstStyle/>
        <a:p>
          <a:endParaRPr lang="en-US"/>
        </a:p>
      </dgm:t>
    </dgm:pt>
    <dgm:pt modelId="{84E581D1-1087-4E50-A24E-A3E82743A52D}" type="pres">
      <dgm:prSet presAssocID="{94EA0B36-45A6-4826-BA15-6DBE6842A786}" presName="Name0" presStyleCnt="0">
        <dgm:presLayoutVars>
          <dgm:chPref val="1"/>
          <dgm:dir/>
          <dgm:animOne val="branch"/>
          <dgm:animLvl val="lvl"/>
          <dgm:resizeHandles val="exact"/>
        </dgm:presLayoutVars>
      </dgm:prSet>
      <dgm:spPr/>
    </dgm:pt>
    <dgm:pt modelId="{A76990A2-1052-42F2-97B4-43581BFB97B6}" type="pres">
      <dgm:prSet presAssocID="{2D680BB2-22E3-44E5-9CFC-23E34D839579}" presName="root1" presStyleCnt="0"/>
      <dgm:spPr/>
    </dgm:pt>
    <dgm:pt modelId="{FAC37BAF-4369-4E5B-A966-7FD138B3F8C8}" type="pres">
      <dgm:prSet presAssocID="{2D680BB2-22E3-44E5-9CFC-23E34D839579}" presName="LevelOneTextNode" presStyleLbl="node0" presStyleIdx="0" presStyleCnt="1" custScaleY="67637">
        <dgm:presLayoutVars>
          <dgm:chPref val="3"/>
        </dgm:presLayoutVars>
      </dgm:prSet>
      <dgm:spPr>
        <a:prstGeom prst="flowChartAlternateProcess">
          <a:avLst/>
        </a:prstGeom>
      </dgm:spPr>
    </dgm:pt>
    <dgm:pt modelId="{686709A6-994E-4255-90DB-0BE9B743C145}" type="pres">
      <dgm:prSet presAssocID="{2D680BB2-22E3-44E5-9CFC-23E34D839579}" presName="level2hierChild" presStyleCnt="0"/>
      <dgm:spPr/>
    </dgm:pt>
    <dgm:pt modelId="{0989FE51-D478-4839-81E4-E08FC607EAAB}" type="pres">
      <dgm:prSet presAssocID="{A65B7F37-E4BE-4CA6-ACB4-3D5AD9E10880}" presName="conn2-1" presStyleLbl="parChTrans1D2" presStyleIdx="0" presStyleCnt="3"/>
      <dgm:spPr/>
    </dgm:pt>
    <dgm:pt modelId="{63F9ACAA-0396-41C0-8D97-554564FC24A2}" type="pres">
      <dgm:prSet presAssocID="{A65B7F37-E4BE-4CA6-ACB4-3D5AD9E10880}" presName="connTx" presStyleLbl="parChTrans1D2" presStyleIdx="0" presStyleCnt="3"/>
      <dgm:spPr/>
    </dgm:pt>
    <dgm:pt modelId="{7F7C9440-E194-407E-997D-BB0ECF48172B}" type="pres">
      <dgm:prSet presAssocID="{A99668A7-85B0-48C8-AF04-153EDA9EEA9E}" presName="root2" presStyleCnt="0"/>
      <dgm:spPr/>
    </dgm:pt>
    <dgm:pt modelId="{42E3C87B-6676-43CA-B3F5-95708160ACC1}" type="pres">
      <dgm:prSet presAssocID="{A99668A7-85B0-48C8-AF04-153EDA9EEA9E}" presName="LevelTwoTextNode" presStyleLbl="node2" presStyleIdx="0" presStyleCnt="3">
        <dgm:presLayoutVars>
          <dgm:chPref val="3"/>
        </dgm:presLayoutVars>
      </dgm:prSet>
      <dgm:spPr/>
    </dgm:pt>
    <dgm:pt modelId="{F017E12C-8AD9-4DF2-89B5-F790AFE01332}" type="pres">
      <dgm:prSet presAssocID="{A99668A7-85B0-48C8-AF04-153EDA9EEA9E}" presName="level3hierChild" presStyleCnt="0"/>
      <dgm:spPr/>
    </dgm:pt>
    <dgm:pt modelId="{46C707D2-CF2A-4226-BDFF-82AA841E4348}" type="pres">
      <dgm:prSet presAssocID="{4D45A49B-01E1-4CF0-9FCA-67856517CAEE}" presName="conn2-1" presStyleLbl="parChTrans1D2" presStyleIdx="1" presStyleCnt="3"/>
      <dgm:spPr/>
    </dgm:pt>
    <dgm:pt modelId="{70104878-EAB1-45FB-BE6F-AB72F1132E11}" type="pres">
      <dgm:prSet presAssocID="{4D45A49B-01E1-4CF0-9FCA-67856517CAEE}" presName="connTx" presStyleLbl="parChTrans1D2" presStyleIdx="1" presStyleCnt="3"/>
      <dgm:spPr/>
    </dgm:pt>
    <dgm:pt modelId="{CF17EE4E-5B9D-42E8-9091-D3192354C775}" type="pres">
      <dgm:prSet presAssocID="{7A4E8D91-FF8B-4C52-B876-6AAEE933E263}" presName="root2" presStyleCnt="0"/>
      <dgm:spPr/>
    </dgm:pt>
    <dgm:pt modelId="{CC001EA6-3251-4B6A-9275-EC614F8775F1}" type="pres">
      <dgm:prSet presAssocID="{7A4E8D91-FF8B-4C52-B876-6AAEE933E263}" presName="LevelTwoTextNode" presStyleLbl="node2" presStyleIdx="1" presStyleCnt="3">
        <dgm:presLayoutVars>
          <dgm:chPref val="3"/>
        </dgm:presLayoutVars>
      </dgm:prSet>
      <dgm:spPr/>
    </dgm:pt>
    <dgm:pt modelId="{65102395-B6D4-467C-9480-7E88DE565850}" type="pres">
      <dgm:prSet presAssocID="{7A4E8D91-FF8B-4C52-B876-6AAEE933E263}" presName="level3hierChild" presStyleCnt="0"/>
      <dgm:spPr/>
    </dgm:pt>
    <dgm:pt modelId="{1F046384-383C-4AB4-8526-E32FA94CE8CE}" type="pres">
      <dgm:prSet presAssocID="{F950AABC-9DE5-4DEF-A6F2-480110144CD3}" presName="conn2-1" presStyleLbl="parChTrans1D2" presStyleIdx="2" presStyleCnt="3"/>
      <dgm:spPr/>
    </dgm:pt>
    <dgm:pt modelId="{4ABC3B99-B734-4FEA-8F37-CF1C9428AA70}" type="pres">
      <dgm:prSet presAssocID="{F950AABC-9DE5-4DEF-A6F2-480110144CD3}" presName="connTx" presStyleLbl="parChTrans1D2" presStyleIdx="2" presStyleCnt="3"/>
      <dgm:spPr/>
    </dgm:pt>
    <dgm:pt modelId="{AE4D0780-E58E-4C05-AD9A-5D5E44072795}" type="pres">
      <dgm:prSet presAssocID="{52808CFB-3DA2-4FA7-9658-D5C858D71E63}" presName="root2" presStyleCnt="0"/>
      <dgm:spPr/>
    </dgm:pt>
    <dgm:pt modelId="{2769AFD8-EC95-40CB-861B-BD52D6BE5951}" type="pres">
      <dgm:prSet presAssocID="{52808CFB-3DA2-4FA7-9658-D5C858D71E63}" presName="LevelTwoTextNode" presStyleLbl="node2" presStyleIdx="2" presStyleCnt="3">
        <dgm:presLayoutVars>
          <dgm:chPref val="3"/>
        </dgm:presLayoutVars>
      </dgm:prSet>
      <dgm:spPr/>
    </dgm:pt>
    <dgm:pt modelId="{2F730BCE-A265-4D1F-AA33-000B480731DB}" type="pres">
      <dgm:prSet presAssocID="{52808CFB-3DA2-4FA7-9658-D5C858D71E63}" presName="level3hierChild" presStyleCnt="0"/>
      <dgm:spPr/>
    </dgm:pt>
  </dgm:ptLst>
  <dgm:cxnLst>
    <dgm:cxn modelId="{67B6A722-EAA8-4F15-ADDC-60641546A276}" type="presOf" srcId="{7A4E8D91-FF8B-4C52-B876-6AAEE933E263}" destId="{CC001EA6-3251-4B6A-9275-EC614F8775F1}" srcOrd="0" destOrd="0" presId="urn:microsoft.com/office/officeart/2008/layout/HorizontalMultiLevelHierarchy"/>
    <dgm:cxn modelId="{CDE98125-4C7A-43FA-853A-1146F3129064}" type="presOf" srcId="{94EA0B36-45A6-4826-BA15-6DBE6842A786}" destId="{84E581D1-1087-4E50-A24E-A3E82743A52D}" srcOrd="0" destOrd="0" presId="urn:microsoft.com/office/officeart/2008/layout/HorizontalMultiLevelHierarchy"/>
    <dgm:cxn modelId="{06ECEB29-77B2-4E7C-BB20-0A8C0199B48B}" type="presOf" srcId="{A65B7F37-E4BE-4CA6-ACB4-3D5AD9E10880}" destId="{63F9ACAA-0396-41C0-8D97-554564FC24A2}" srcOrd="1" destOrd="0" presId="urn:microsoft.com/office/officeart/2008/layout/HorizontalMultiLevelHierarchy"/>
    <dgm:cxn modelId="{85730C32-9504-4718-8B6D-3C2D0A8361EE}" type="presOf" srcId="{4D45A49B-01E1-4CF0-9FCA-67856517CAEE}" destId="{70104878-EAB1-45FB-BE6F-AB72F1132E11}" srcOrd="1" destOrd="0" presId="urn:microsoft.com/office/officeart/2008/layout/HorizontalMultiLevelHierarchy"/>
    <dgm:cxn modelId="{073CC689-86B0-4B56-8C74-9F2729BD9378}" type="presOf" srcId="{2D680BB2-22E3-44E5-9CFC-23E34D839579}" destId="{FAC37BAF-4369-4E5B-A966-7FD138B3F8C8}" srcOrd="0" destOrd="0" presId="urn:microsoft.com/office/officeart/2008/layout/HorizontalMultiLevelHierarchy"/>
    <dgm:cxn modelId="{05C6BAA6-86AE-4959-BB97-C41D25297C96}" type="presOf" srcId="{F950AABC-9DE5-4DEF-A6F2-480110144CD3}" destId="{4ABC3B99-B734-4FEA-8F37-CF1C9428AA70}" srcOrd="1" destOrd="0" presId="urn:microsoft.com/office/officeart/2008/layout/HorizontalMultiLevelHierarchy"/>
    <dgm:cxn modelId="{27883FA8-B59D-490F-8593-46165B8CF079}" srcId="{2D680BB2-22E3-44E5-9CFC-23E34D839579}" destId="{A99668A7-85B0-48C8-AF04-153EDA9EEA9E}" srcOrd="0" destOrd="0" parTransId="{A65B7F37-E4BE-4CA6-ACB4-3D5AD9E10880}" sibTransId="{E1D63676-580C-4094-86C6-E02DD179F5E2}"/>
    <dgm:cxn modelId="{068A24AD-E775-40B8-B304-FBAB7BB41A93}" srcId="{2D680BB2-22E3-44E5-9CFC-23E34D839579}" destId="{52808CFB-3DA2-4FA7-9658-D5C858D71E63}" srcOrd="2" destOrd="0" parTransId="{F950AABC-9DE5-4DEF-A6F2-480110144CD3}" sibTransId="{5BA28515-131C-42FF-B9A7-A48D740A5924}"/>
    <dgm:cxn modelId="{DF6360AD-FB9E-4C02-8BAC-49B9CA9F8956}" type="presOf" srcId="{F950AABC-9DE5-4DEF-A6F2-480110144CD3}" destId="{1F046384-383C-4AB4-8526-E32FA94CE8CE}" srcOrd="0" destOrd="0" presId="urn:microsoft.com/office/officeart/2008/layout/HorizontalMultiLevelHierarchy"/>
    <dgm:cxn modelId="{D3D37EB2-CB94-411D-905B-32C612DA3E06}" type="presOf" srcId="{A99668A7-85B0-48C8-AF04-153EDA9EEA9E}" destId="{42E3C87B-6676-43CA-B3F5-95708160ACC1}" srcOrd="0" destOrd="0" presId="urn:microsoft.com/office/officeart/2008/layout/HorizontalMultiLevelHierarchy"/>
    <dgm:cxn modelId="{C54824D1-FC41-4A87-B650-FAB3641DC0BC}" type="presOf" srcId="{52808CFB-3DA2-4FA7-9658-D5C858D71E63}" destId="{2769AFD8-EC95-40CB-861B-BD52D6BE5951}" srcOrd="0" destOrd="0" presId="urn:microsoft.com/office/officeart/2008/layout/HorizontalMultiLevelHierarchy"/>
    <dgm:cxn modelId="{8108E8E8-EBB9-4B46-8B8C-61F5FC7D3652}" type="presOf" srcId="{4D45A49B-01E1-4CF0-9FCA-67856517CAEE}" destId="{46C707D2-CF2A-4226-BDFF-82AA841E4348}" srcOrd="0" destOrd="0" presId="urn:microsoft.com/office/officeart/2008/layout/HorizontalMultiLevelHierarchy"/>
    <dgm:cxn modelId="{B72B28E9-0607-46C5-B58C-BE18CA7BB828}" type="presOf" srcId="{A65B7F37-E4BE-4CA6-ACB4-3D5AD9E10880}" destId="{0989FE51-D478-4839-81E4-E08FC607EAAB}" srcOrd="0" destOrd="0" presId="urn:microsoft.com/office/officeart/2008/layout/HorizontalMultiLevelHierarchy"/>
    <dgm:cxn modelId="{A7FBF7E9-FE7D-4810-8A8A-2F04445D0784}" srcId="{2D680BB2-22E3-44E5-9CFC-23E34D839579}" destId="{7A4E8D91-FF8B-4C52-B876-6AAEE933E263}" srcOrd="1" destOrd="0" parTransId="{4D45A49B-01E1-4CF0-9FCA-67856517CAEE}" sibTransId="{7A2CA237-8749-49A4-AD97-21CDDD7EFCFC}"/>
    <dgm:cxn modelId="{C3418FF9-C388-44A0-BC9E-E881F95B2610}" srcId="{94EA0B36-45A6-4826-BA15-6DBE6842A786}" destId="{2D680BB2-22E3-44E5-9CFC-23E34D839579}" srcOrd="0" destOrd="0" parTransId="{3B2904FE-6752-43A1-AB80-8591956BE889}" sibTransId="{181E52FE-BBEC-44CB-8C95-1D19FDB42BE8}"/>
    <dgm:cxn modelId="{15441E2D-94B5-45A9-92EC-B7FA0A509ADF}" type="presParOf" srcId="{84E581D1-1087-4E50-A24E-A3E82743A52D}" destId="{A76990A2-1052-42F2-97B4-43581BFB97B6}" srcOrd="0" destOrd="0" presId="urn:microsoft.com/office/officeart/2008/layout/HorizontalMultiLevelHierarchy"/>
    <dgm:cxn modelId="{30405CD1-31F9-43B4-B7C8-D49FDDDC19F0}" type="presParOf" srcId="{A76990A2-1052-42F2-97B4-43581BFB97B6}" destId="{FAC37BAF-4369-4E5B-A966-7FD138B3F8C8}" srcOrd="0" destOrd="0" presId="urn:microsoft.com/office/officeart/2008/layout/HorizontalMultiLevelHierarchy"/>
    <dgm:cxn modelId="{4FABF115-21F0-4718-A4BB-DDDD456AF8EF}" type="presParOf" srcId="{A76990A2-1052-42F2-97B4-43581BFB97B6}" destId="{686709A6-994E-4255-90DB-0BE9B743C145}" srcOrd="1" destOrd="0" presId="urn:microsoft.com/office/officeart/2008/layout/HorizontalMultiLevelHierarchy"/>
    <dgm:cxn modelId="{31BEB7DD-CBF8-4EA3-B384-483648AF7F58}" type="presParOf" srcId="{686709A6-994E-4255-90DB-0BE9B743C145}" destId="{0989FE51-D478-4839-81E4-E08FC607EAAB}" srcOrd="0" destOrd="0" presId="urn:microsoft.com/office/officeart/2008/layout/HorizontalMultiLevelHierarchy"/>
    <dgm:cxn modelId="{1C3325DA-95C7-4728-A1C9-B17259953E1B}" type="presParOf" srcId="{0989FE51-D478-4839-81E4-E08FC607EAAB}" destId="{63F9ACAA-0396-41C0-8D97-554564FC24A2}" srcOrd="0" destOrd="0" presId="urn:microsoft.com/office/officeart/2008/layout/HorizontalMultiLevelHierarchy"/>
    <dgm:cxn modelId="{31A7BA98-1592-48BF-8175-3DDEA731C030}" type="presParOf" srcId="{686709A6-994E-4255-90DB-0BE9B743C145}" destId="{7F7C9440-E194-407E-997D-BB0ECF48172B}" srcOrd="1" destOrd="0" presId="urn:microsoft.com/office/officeart/2008/layout/HorizontalMultiLevelHierarchy"/>
    <dgm:cxn modelId="{53B729D7-B920-49F9-BE06-37DD0B80ACD4}" type="presParOf" srcId="{7F7C9440-E194-407E-997D-BB0ECF48172B}" destId="{42E3C87B-6676-43CA-B3F5-95708160ACC1}" srcOrd="0" destOrd="0" presId="urn:microsoft.com/office/officeart/2008/layout/HorizontalMultiLevelHierarchy"/>
    <dgm:cxn modelId="{60D7770F-4F0F-4748-AB38-B6BB6D231CAF}" type="presParOf" srcId="{7F7C9440-E194-407E-997D-BB0ECF48172B}" destId="{F017E12C-8AD9-4DF2-89B5-F790AFE01332}" srcOrd="1" destOrd="0" presId="urn:microsoft.com/office/officeart/2008/layout/HorizontalMultiLevelHierarchy"/>
    <dgm:cxn modelId="{63817E0C-7ADA-4261-B21B-0E83EA705B08}" type="presParOf" srcId="{686709A6-994E-4255-90DB-0BE9B743C145}" destId="{46C707D2-CF2A-4226-BDFF-82AA841E4348}" srcOrd="2" destOrd="0" presId="urn:microsoft.com/office/officeart/2008/layout/HorizontalMultiLevelHierarchy"/>
    <dgm:cxn modelId="{B79C653E-A308-4294-A1D9-5BEB48A9BAEC}" type="presParOf" srcId="{46C707D2-CF2A-4226-BDFF-82AA841E4348}" destId="{70104878-EAB1-45FB-BE6F-AB72F1132E11}" srcOrd="0" destOrd="0" presId="urn:microsoft.com/office/officeart/2008/layout/HorizontalMultiLevelHierarchy"/>
    <dgm:cxn modelId="{4D90938E-B512-4E43-9561-1995344910FE}" type="presParOf" srcId="{686709A6-994E-4255-90DB-0BE9B743C145}" destId="{CF17EE4E-5B9D-42E8-9091-D3192354C775}" srcOrd="3" destOrd="0" presId="urn:microsoft.com/office/officeart/2008/layout/HorizontalMultiLevelHierarchy"/>
    <dgm:cxn modelId="{83FAB0F5-B9BF-476F-8B38-C7D8F4A35DF0}" type="presParOf" srcId="{CF17EE4E-5B9D-42E8-9091-D3192354C775}" destId="{CC001EA6-3251-4B6A-9275-EC614F8775F1}" srcOrd="0" destOrd="0" presId="urn:microsoft.com/office/officeart/2008/layout/HorizontalMultiLevelHierarchy"/>
    <dgm:cxn modelId="{DCC7F1EE-2E08-4FBD-8B8E-ADA2155723F2}" type="presParOf" srcId="{CF17EE4E-5B9D-42E8-9091-D3192354C775}" destId="{65102395-B6D4-467C-9480-7E88DE565850}" srcOrd="1" destOrd="0" presId="urn:microsoft.com/office/officeart/2008/layout/HorizontalMultiLevelHierarchy"/>
    <dgm:cxn modelId="{341807BC-6231-4AF1-8E86-2CFCA33EDA37}" type="presParOf" srcId="{686709A6-994E-4255-90DB-0BE9B743C145}" destId="{1F046384-383C-4AB4-8526-E32FA94CE8CE}" srcOrd="4" destOrd="0" presId="urn:microsoft.com/office/officeart/2008/layout/HorizontalMultiLevelHierarchy"/>
    <dgm:cxn modelId="{B40382E2-B82F-4AB9-83A8-F5A1648AB228}" type="presParOf" srcId="{1F046384-383C-4AB4-8526-E32FA94CE8CE}" destId="{4ABC3B99-B734-4FEA-8F37-CF1C9428AA70}" srcOrd="0" destOrd="0" presId="urn:microsoft.com/office/officeart/2008/layout/HorizontalMultiLevelHierarchy"/>
    <dgm:cxn modelId="{DB4560D8-6BEC-4B8E-AFD1-111BADF8FF7D}" type="presParOf" srcId="{686709A6-994E-4255-90DB-0BE9B743C145}" destId="{AE4D0780-E58E-4C05-AD9A-5D5E44072795}" srcOrd="5" destOrd="0" presId="urn:microsoft.com/office/officeart/2008/layout/HorizontalMultiLevelHierarchy"/>
    <dgm:cxn modelId="{CDDF8E06-A5BF-4C55-98A0-313AA904E96C}" type="presParOf" srcId="{AE4D0780-E58E-4C05-AD9A-5D5E44072795}" destId="{2769AFD8-EC95-40CB-861B-BD52D6BE5951}" srcOrd="0" destOrd="0" presId="urn:microsoft.com/office/officeart/2008/layout/HorizontalMultiLevelHierarchy"/>
    <dgm:cxn modelId="{45784D14-5B14-461C-9194-ED78A3134A3D}" type="presParOf" srcId="{AE4D0780-E58E-4C05-AD9A-5D5E44072795}" destId="{2F730BCE-A265-4D1F-AA33-000B480731DB}" srcOrd="1" destOrd="0" presId="urn:microsoft.com/office/officeart/2008/layout/HorizontalMultiLevelHierarchy"/>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CCDA85-508B-4AFF-9B4D-AAC2A6E3B5A4}" type="doc">
      <dgm:prSet loTypeId="urn:microsoft.com/office/officeart/2008/layout/HorizontalMultiLevelHierarchy" loCatId="hierarchy" qsTypeId="urn:microsoft.com/office/officeart/2005/8/quickstyle/3d3" qsCatId="3D" csTypeId="urn:microsoft.com/office/officeart/2005/8/colors/accent1_2" csCatId="accent1" phldr="1"/>
      <dgm:spPr/>
      <dgm:t>
        <a:bodyPr/>
        <a:lstStyle/>
        <a:p>
          <a:endParaRPr lang="en-US"/>
        </a:p>
      </dgm:t>
    </dgm:pt>
    <dgm:pt modelId="{031260B9-C8F0-415D-BB12-5F98FAD0A145}">
      <dgm:prSet phldrT="[Text]" phldr="0"/>
      <dgm:spPr/>
      <dgm:t>
        <a:bodyPr/>
        <a:lstStyle/>
        <a:p>
          <a:r>
            <a:rPr lang="en-US" dirty="0"/>
            <a:t>A/B test</a:t>
          </a:r>
        </a:p>
      </dgm:t>
    </dgm:pt>
    <dgm:pt modelId="{507B4C9D-2538-4686-9879-93E2ABEE8BDC}" type="parTrans" cxnId="{0191024F-A23A-44EE-9732-E34FA529F59F}">
      <dgm:prSet/>
      <dgm:spPr/>
      <dgm:t>
        <a:bodyPr/>
        <a:lstStyle/>
        <a:p>
          <a:endParaRPr lang="en-US"/>
        </a:p>
      </dgm:t>
    </dgm:pt>
    <dgm:pt modelId="{7812B71F-59E0-4A94-854E-87583EA1C084}" type="sibTrans" cxnId="{0191024F-A23A-44EE-9732-E34FA529F59F}">
      <dgm:prSet/>
      <dgm:spPr/>
      <dgm:t>
        <a:bodyPr/>
        <a:lstStyle/>
        <a:p>
          <a:endParaRPr lang="en-US"/>
        </a:p>
      </dgm:t>
    </dgm:pt>
    <dgm:pt modelId="{1DC75B38-C64A-44BB-B738-867B06484836}">
      <dgm:prSet phldrT="[Text]" phldr="0"/>
      <dgm:spPr/>
      <dgm:t>
        <a:bodyPr/>
        <a:lstStyle/>
        <a:p>
          <a:r>
            <a:rPr lang="en-US" dirty="0"/>
            <a:t>Shuffle </a:t>
          </a:r>
          <a:r>
            <a:rPr lang="en-US" dirty="0" err="1"/>
            <a:t>IsNative</a:t>
          </a:r>
          <a:r>
            <a:rPr lang="en-US" dirty="0"/>
            <a:t> Plant Column</a:t>
          </a:r>
        </a:p>
      </dgm:t>
    </dgm:pt>
    <dgm:pt modelId="{19A5F07E-93B4-47DF-9980-F80757511EE6}" type="parTrans" cxnId="{B7760D3F-6140-48FF-BFAA-F2E67078DDE9}">
      <dgm:prSet/>
      <dgm:spPr/>
      <dgm:t>
        <a:bodyPr/>
        <a:lstStyle/>
        <a:p>
          <a:endParaRPr lang="en-US"/>
        </a:p>
      </dgm:t>
    </dgm:pt>
    <dgm:pt modelId="{05F1B3CB-1220-49FC-8ED6-D8EC3D2300B2}" type="sibTrans" cxnId="{B7760D3F-6140-48FF-BFAA-F2E67078DDE9}">
      <dgm:prSet/>
      <dgm:spPr/>
      <dgm:t>
        <a:bodyPr/>
        <a:lstStyle/>
        <a:p>
          <a:endParaRPr lang="en-US"/>
        </a:p>
      </dgm:t>
    </dgm:pt>
    <dgm:pt modelId="{5AD33756-1903-4ABE-B536-A47F74E612A4}">
      <dgm:prSet phldrT="[Text]" phldr="0"/>
      <dgm:spPr/>
      <dgm:t>
        <a:bodyPr/>
        <a:lstStyle/>
        <a:p>
          <a:r>
            <a:rPr lang="en-US" dirty="0"/>
            <a:t>Calculate Statistic (run 1000 times)</a:t>
          </a:r>
        </a:p>
      </dgm:t>
    </dgm:pt>
    <dgm:pt modelId="{8C556109-37BA-4EA2-9B51-BDFAA60B2F02}" type="parTrans" cxnId="{CFFB3CE1-9551-4FC4-ABF1-07BD62DC73BD}">
      <dgm:prSet/>
      <dgm:spPr/>
      <dgm:t>
        <a:bodyPr/>
        <a:lstStyle/>
        <a:p>
          <a:endParaRPr lang="en-US"/>
        </a:p>
      </dgm:t>
    </dgm:pt>
    <dgm:pt modelId="{C22B7B14-E8CF-4818-93D5-17734215DB6A}" type="sibTrans" cxnId="{CFFB3CE1-9551-4FC4-ABF1-07BD62DC73BD}">
      <dgm:prSet/>
      <dgm:spPr/>
      <dgm:t>
        <a:bodyPr/>
        <a:lstStyle/>
        <a:p>
          <a:endParaRPr lang="en-US"/>
        </a:p>
      </dgm:t>
    </dgm:pt>
    <dgm:pt modelId="{74B78241-5BBF-4D57-8F59-38955D80E264}">
      <dgm:prSet phldrT="[Text]" phldr="0"/>
      <dgm:spPr/>
      <dgm:t>
        <a:bodyPr/>
        <a:lstStyle/>
        <a:p>
          <a:r>
            <a:rPr lang="en-US" dirty="0"/>
            <a:t>Visualize Results and calculate P-value</a:t>
          </a:r>
        </a:p>
      </dgm:t>
    </dgm:pt>
    <dgm:pt modelId="{5E4F02A7-8742-4CDF-91CD-E2D75D37CC79}" type="parTrans" cxnId="{D33685F9-11DE-44C2-8703-93D223CF18DB}">
      <dgm:prSet/>
      <dgm:spPr/>
      <dgm:t>
        <a:bodyPr/>
        <a:lstStyle/>
        <a:p>
          <a:endParaRPr lang="en-US"/>
        </a:p>
      </dgm:t>
    </dgm:pt>
    <dgm:pt modelId="{0D76E9FA-928E-4965-8DC1-800F99FDA685}" type="sibTrans" cxnId="{D33685F9-11DE-44C2-8703-93D223CF18DB}">
      <dgm:prSet/>
      <dgm:spPr/>
      <dgm:t>
        <a:bodyPr/>
        <a:lstStyle/>
        <a:p>
          <a:endParaRPr lang="en-US"/>
        </a:p>
      </dgm:t>
    </dgm:pt>
    <dgm:pt modelId="{1CC3925D-06C4-4A9D-8515-F74D976263E6}" type="pres">
      <dgm:prSet presAssocID="{0ACCDA85-508B-4AFF-9B4D-AAC2A6E3B5A4}" presName="Name0" presStyleCnt="0">
        <dgm:presLayoutVars>
          <dgm:chPref val="1"/>
          <dgm:dir/>
          <dgm:animOne val="branch"/>
          <dgm:animLvl val="lvl"/>
          <dgm:resizeHandles val="exact"/>
        </dgm:presLayoutVars>
      </dgm:prSet>
      <dgm:spPr/>
    </dgm:pt>
    <dgm:pt modelId="{CFCAAA5C-1DA4-4BD9-8F11-8EEA44619254}" type="pres">
      <dgm:prSet presAssocID="{031260B9-C8F0-415D-BB12-5F98FAD0A145}" presName="root1" presStyleCnt="0"/>
      <dgm:spPr/>
    </dgm:pt>
    <dgm:pt modelId="{10D484C8-4EAC-425F-95AB-4186A201BACA}" type="pres">
      <dgm:prSet presAssocID="{031260B9-C8F0-415D-BB12-5F98FAD0A145}" presName="LevelOneTextNode" presStyleLbl="node0" presStyleIdx="0" presStyleCnt="1">
        <dgm:presLayoutVars>
          <dgm:chPref val="3"/>
        </dgm:presLayoutVars>
      </dgm:prSet>
      <dgm:spPr/>
    </dgm:pt>
    <dgm:pt modelId="{487CFD4A-1608-4D6E-A1E2-2BA780BF3556}" type="pres">
      <dgm:prSet presAssocID="{031260B9-C8F0-415D-BB12-5F98FAD0A145}" presName="level2hierChild" presStyleCnt="0"/>
      <dgm:spPr/>
    </dgm:pt>
    <dgm:pt modelId="{09184C92-221E-45F1-8661-97B5B5473431}" type="pres">
      <dgm:prSet presAssocID="{19A5F07E-93B4-47DF-9980-F80757511EE6}" presName="conn2-1" presStyleLbl="parChTrans1D2" presStyleIdx="0" presStyleCnt="3"/>
      <dgm:spPr/>
    </dgm:pt>
    <dgm:pt modelId="{A3BA7661-C915-49DD-AADD-BEAE63E17B35}" type="pres">
      <dgm:prSet presAssocID="{19A5F07E-93B4-47DF-9980-F80757511EE6}" presName="connTx" presStyleLbl="parChTrans1D2" presStyleIdx="0" presStyleCnt="3"/>
      <dgm:spPr/>
    </dgm:pt>
    <dgm:pt modelId="{16CEB589-4173-4A6F-9855-57D21A0A3E1E}" type="pres">
      <dgm:prSet presAssocID="{1DC75B38-C64A-44BB-B738-867B06484836}" presName="root2" presStyleCnt="0"/>
      <dgm:spPr/>
    </dgm:pt>
    <dgm:pt modelId="{3FFF313F-F889-4FD8-9159-CB157F899825}" type="pres">
      <dgm:prSet presAssocID="{1DC75B38-C64A-44BB-B738-867B06484836}" presName="LevelTwoTextNode" presStyleLbl="node2" presStyleIdx="0" presStyleCnt="3">
        <dgm:presLayoutVars>
          <dgm:chPref val="3"/>
        </dgm:presLayoutVars>
      </dgm:prSet>
      <dgm:spPr/>
    </dgm:pt>
    <dgm:pt modelId="{A821FA58-9775-4789-BE6C-24619FF49100}" type="pres">
      <dgm:prSet presAssocID="{1DC75B38-C64A-44BB-B738-867B06484836}" presName="level3hierChild" presStyleCnt="0"/>
      <dgm:spPr/>
    </dgm:pt>
    <dgm:pt modelId="{77FC571E-C32A-4742-80AB-3CE08C2E905F}" type="pres">
      <dgm:prSet presAssocID="{8C556109-37BA-4EA2-9B51-BDFAA60B2F02}" presName="conn2-1" presStyleLbl="parChTrans1D2" presStyleIdx="1" presStyleCnt="3"/>
      <dgm:spPr/>
    </dgm:pt>
    <dgm:pt modelId="{3AEE9432-DC49-45E7-B6E1-4AAB51E3E45E}" type="pres">
      <dgm:prSet presAssocID="{8C556109-37BA-4EA2-9B51-BDFAA60B2F02}" presName="connTx" presStyleLbl="parChTrans1D2" presStyleIdx="1" presStyleCnt="3"/>
      <dgm:spPr/>
    </dgm:pt>
    <dgm:pt modelId="{7541EE0C-1B6A-4703-A3E5-6AAD8DC3B7A8}" type="pres">
      <dgm:prSet presAssocID="{5AD33756-1903-4ABE-B536-A47F74E612A4}" presName="root2" presStyleCnt="0"/>
      <dgm:spPr/>
    </dgm:pt>
    <dgm:pt modelId="{B1ED1BA2-5753-4612-941E-BB160DE8A5B2}" type="pres">
      <dgm:prSet presAssocID="{5AD33756-1903-4ABE-B536-A47F74E612A4}" presName="LevelTwoTextNode" presStyleLbl="node2" presStyleIdx="1" presStyleCnt="3">
        <dgm:presLayoutVars>
          <dgm:chPref val="3"/>
        </dgm:presLayoutVars>
      </dgm:prSet>
      <dgm:spPr/>
    </dgm:pt>
    <dgm:pt modelId="{16544550-624B-4A25-9F3D-DDDB7C850642}" type="pres">
      <dgm:prSet presAssocID="{5AD33756-1903-4ABE-B536-A47F74E612A4}" presName="level3hierChild" presStyleCnt="0"/>
      <dgm:spPr/>
    </dgm:pt>
    <dgm:pt modelId="{7BEEFD43-C534-40C1-A552-04AD9ABC6D62}" type="pres">
      <dgm:prSet presAssocID="{5E4F02A7-8742-4CDF-91CD-E2D75D37CC79}" presName="conn2-1" presStyleLbl="parChTrans1D2" presStyleIdx="2" presStyleCnt="3"/>
      <dgm:spPr/>
    </dgm:pt>
    <dgm:pt modelId="{20E8DE65-9A10-431F-8266-900DB6AFDA18}" type="pres">
      <dgm:prSet presAssocID="{5E4F02A7-8742-4CDF-91CD-E2D75D37CC79}" presName="connTx" presStyleLbl="parChTrans1D2" presStyleIdx="2" presStyleCnt="3"/>
      <dgm:spPr/>
    </dgm:pt>
    <dgm:pt modelId="{B5D302C2-46B8-4814-A03F-A299EF3E90D8}" type="pres">
      <dgm:prSet presAssocID="{74B78241-5BBF-4D57-8F59-38955D80E264}" presName="root2" presStyleCnt="0"/>
      <dgm:spPr/>
    </dgm:pt>
    <dgm:pt modelId="{F807ADB6-20D6-4ACA-A472-26BBBC85C9E0}" type="pres">
      <dgm:prSet presAssocID="{74B78241-5BBF-4D57-8F59-38955D80E264}" presName="LevelTwoTextNode" presStyleLbl="node2" presStyleIdx="2" presStyleCnt="3">
        <dgm:presLayoutVars>
          <dgm:chPref val="3"/>
        </dgm:presLayoutVars>
      </dgm:prSet>
      <dgm:spPr/>
    </dgm:pt>
    <dgm:pt modelId="{688E132C-C053-4320-A6E9-17B52AC5D031}" type="pres">
      <dgm:prSet presAssocID="{74B78241-5BBF-4D57-8F59-38955D80E264}" presName="level3hierChild" presStyleCnt="0"/>
      <dgm:spPr/>
    </dgm:pt>
  </dgm:ptLst>
  <dgm:cxnLst>
    <dgm:cxn modelId="{4CEFD406-1291-45BC-8C53-30C7AD3A0F44}" type="presOf" srcId="{8C556109-37BA-4EA2-9B51-BDFAA60B2F02}" destId="{3AEE9432-DC49-45E7-B6E1-4AAB51E3E45E}" srcOrd="1" destOrd="0" presId="urn:microsoft.com/office/officeart/2008/layout/HorizontalMultiLevelHierarchy"/>
    <dgm:cxn modelId="{3CC13E1E-EC28-44AA-93C7-00AF8E7C0316}" type="presOf" srcId="{8C556109-37BA-4EA2-9B51-BDFAA60B2F02}" destId="{77FC571E-C32A-4742-80AB-3CE08C2E905F}" srcOrd="0" destOrd="0" presId="urn:microsoft.com/office/officeart/2008/layout/HorizontalMultiLevelHierarchy"/>
    <dgm:cxn modelId="{7CB09B23-B453-4F2A-9FE1-F4BF04DD1B25}" type="presOf" srcId="{031260B9-C8F0-415D-BB12-5F98FAD0A145}" destId="{10D484C8-4EAC-425F-95AB-4186A201BACA}" srcOrd="0" destOrd="0" presId="urn:microsoft.com/office/officeart/2008/layout/HorizontalMultiLevelHierarchy"/>
    <dgm:cxn modelId="{B7760D3F-6140-48FF-BFAA-F2E67078DDE9}" srcId="{031260B9-C8F0-415D-BB12-5F98FAD0A145}" destId="{1DC75B38-C64A-44BB-B738-867B06484836}" srcOrd="0" destOrd="0" parTransId="{19A5F07E-93B4-47DF-9980-F80757511EE6}" sibTransId="{05F1B3CB-1220-49FC-8ED6-D8EC3D2300B2}"/>
    <dgm:cxn modelId="{0191024F-A23A-44EE-9732-E34FA529F59F}" srcId="{0ACCDA85-508B-4AFF-9B4D-AAC2A6E3B5A4}" destId="{031260B9-C8F0-415D-BB12-5F98FAD0A145}" srcOrd="0" destOrd="0" parTransId="{507B4C9D-2538-4686-9879-93E2ABEE8BDC}" sibTransId="{7812B71F-59E0-4A94-854E-87583EA1C084}"/>
    <dgm:cxn modelId="{9AD54480-FE9A-422D-B80C-AF47C0C37550}" type="presOf" srcId="{1DC75B38-C64A-44BB-B738-867B06484836}" destId="{3FFF313F-F889-4FD8-9159-CB157F899825}" srcOrd="0" destOrd="0" presId="urn:microsoft.com/office/officeart/2008/layout/HorizontalMultiLevelHierarchy"/>
    <dgm:cxn modelId="{32BE63B5-2157-4138-960D-3A334CF9130B}" type="presOf" srcId="{0ACCDA85-508B-4AFF-9B4D-AAC2A6E3B5A4}" destId="{1CC3925D-06C4-4A9D-8515-F74D976263E6}" srcOrd="0" destOrd="0" presId="urn:microsoft.com/office/officeart/2008/layout/HorizontalMultiLevelHierarchy"/>
    <dgm:cxn modelId="{509E56B7-249C-4388-A09F-E190C0C6FB01}" type="presOf" srcId="{5AD33756-1903-4ABE-B536-A47F74E612A4}" destId="{B1ED1BA2-5753-4612-941E-BB160DE8A5B2}" srcOrd="0" destOrd="0" presId="urn:microsoft.com/office/officeart/2008/layout/HorizontalMultiLevelHierarchy"/>
    <dgm:cxn modelId="{44F69FC9-2770-46B5-AAAA-142F5ED65CD5}" type="presOf" srcId="{74B78241-5BBF-4D57-8F59-38955D80E264}" destId="{F807ADB6-20D6-4ACA-A472-26BBBC85C9E0}" srcOrd="0" destOrd="0" presId="urn:microsoft.com/office/officeart/2008/layout/HorizontalMultiLevelHierarchy"/>
    <dgm:cxn modelId="{F46BE1E0-992F-4461-BE02-3F28C3794A63}" type="presOf" srcId="{19A5F07E-93B4-47DF-9980-F80757511EE6}" destId="{A3BA7661-C915-49DD-AADD-BEAE63E17B35}" srcOrd="1" destOrd="0" presId="urn:microsoft.com/office/officeart/2008/layout/HorizontalMultiLevelHierarchy"/>
    <dgm:cxn modelId="{CFFB3CE1-9551-4FC4-ABF1-07BD62DC73BD}" srcId="{031260B9-C8F0-415D-BB12-5F98FAD0A145}" destId="{5AD33756-1903-4ABE-B536-A47F74E612A4}" srcOrd="1" destOrd="0" parTransId="{8C556109-37BA-4EA2-9B51-BDFAA60B2F02}" sibTransId="{C22B7B14-E8CF-4818-93D5-17734215DB6A}"/>
    <dgm:cxn modelId="{48EC7FEE-CCAE-445B-A58E-73D828F28501}" type="presOf" srcId="{5E4F02A7-8742-4CDF-91CD-E2D75D37CC79}" destId="{7BEEFD43-C534-40C1-A552-04AD9ABC6D62}" srcOrd="0" destOrd="0" presId="urn:microsoft.com/office/officeart/2008/layout/HorizontalMultiLevelHierarchy"/>
    <dgm:cxn modelId="{53CB28F0-667B-424E-B824-A4FDA1CD00FE}" type="presOf" srcId="{19A5F07E-93B4-47DF-9980-F80757511EE6}" destId="{09184C92-221E-45F1-8661-97B5B5473431}" srcOrd="0" destOrd="0" presId="urn:microsoft.com/office/officeart/2008/layout/HorizontalMultiLevelHierarchy"/>
    <dgm:cxn modelId="{DA84B7F4-0923-44EF-8049-48A41662DAC8}" type="presOf" srcId="{5E4F02A7-8742-4CDF-91CD-E2D75D37CC79}" destId="{20E8DE65-9A10-431F-8266-900DB6AFDA18}" srcOrd="1" destOrd="0" presId="urn:microsoft.com/office/officeart/2008/layout/HorizontalMultiLevelHierarchy"/>
    <dgm:cxn modelId="{D33685F9-11DE-44C2-8703-93D223CF18DB}" srcId="{031260B9-C8F0-415D-BB12-5F98FAD0A145}" destId="{74B78241-5BBF-4D57-8F59-38955D80E264}" srcOrd="2" destOrd="0" parTransId="{5E4F02A7-8742-4CDF-91CD-E2D75D37CC79}" sibTransId="{0D76E9FA-928E-4965-8DC1-800F99FDA685}"/>
    <dgm:cxn modelId="{1FBEC903-9E36-4732-A625-B0E678F454E7}" type="presParOf" srcId="{1CC3925D-06C4-4A9D-8515-F74D976263E6}" destId="{CFCAAA5C-1DA4-4BD9-8F11-8EEA44619254}" srcOrd="0" destOrd="0" presId="urn:microsoft.com/office/officeart/2008/layout/HorizontalMultiLevelHierarchy"/>
    <dgm:cxn modelId="{65524ADB-18DD-4EBA-85BA-CFCF791B1853}" type="presParOf" srcId="{CFCAAA5C-1DA4-4BD9-8F11-8EEA44619254}" destId="{10D484C8-4EAC-425F-95AB-4186A201BACA}" srcOrd="0" destOrd="0" presId="urn:microsoft.com/office/officeart/2008/layout/HorizontalMultiLevelHierarchy"/>
    <dgm:cxn modelId="{B5945124-E644-41F7-BCB5-BF99B81E1B6B}" type="presParOf" srcId="{CFCAAA5C-1DA4-4BD9-8F11-8EEA44619254}" destId="{487CFD4A-1608-4D6E-A1E2-2BA780BF3556}" srcOrd="1" destOrd="0" presId="urn:microsoft.com/office/officeart/2008/layout/HorizontalMultiLevelHierarchy"/>
    <dgm:cxn modelId="{B13FDFCE-2D85-4A07-9186-5813B9416A36}" type="presParOf" srcId="{487CFD4A-1608-4D6E-A1E2-2BA780BF3556}" destId="{09184C92-221E-45F1-8661-97B5B5473431}" srcOrd="0" destOrd="0" presId="urn:microsoft.com/office/officeart/2008/layout/HorizontalMultiLevelHierarchy"/>
    <dgm:cxn modelId="{CF644B84-9641-4D8A-A31C-0B9C60AF6C2D}" type="presParOf" srcId="{09184C92-221E-45F1-8661-97B5B5473431}" destId="{A3BA7661-C915-49DD-AADD-BEAE63E17B35}" srcOrd="0" destOrd="0" presId="urn:microsoft.com/office/officeart/2008/layout/HorizontalMultiLevelHierarchy"/>
    <dgm:cxn modelId="{DD08868D-2C15-4F48-B876-BE309DB047F3}" type="presParOf" srcId="{487CFD4A-1608-4D6E-A1E2-2BA780BF3556}" destId="{16CEB589-4173-4A6F-9855-57D21A0A3E1E}" srcOrd="1" destOrd="0" presId="urn:microsoft.com/office/officeart/2008/layout/HorizontalMultiLevelHierarchy"/>
    <dgm:cxn modelId="{7E4F164D-880E-40EA-8EE2-231C19331F3E}" type="presParOf" srcId="{16CEB589-4173-4A6F-9855-57D21A0A3E1E}" destId="{3FFF313F-F889-4FD8-9159-CB157F899825}" srcOrd="0" destOrd="0" presId="urn:microsoft.com/office/officeart/2008/layout/HorizontalMultiLevelHierarchy"/>
    <dgm:cxn modelId="{C31FD1D2-3B67-4AA5-8832-FFD7F9F8F74E}" type="presParOf" srcId="{16CEB589-4173-4A6F-9855-57D21A0A3E1E}" destId="{A821FA58-9775-4789-BE6C-24619FF49100}" srcOrd="1" destOrd="0" presId="urn:microsoft.com/office/officeart/2008/layout/HorizontalMultiLevelHierarchy"/>
    <dgm:cxn modelId="{88E64A81-2350-4EB8-AFC8-06500B691E39}" type="presParOf" srcId="{487CFD4A-1608-4D6E-A1E2-2BA780BF3556}" destId="{77FC571E-C32A-4742-80AB-3CE08C2E905F}" srcOrd="2" destOrd="0" presId="urn:microsoft.com/office/officeart/2008/layout/HorizontalMultiLevelHierarchy"/>
    <dgm:cxn modelId="{7F088C9B-3A09-4500-A333-0B9D87ACDE91}" type="presParOf" srcId="{77FC571E-C32A-4742-80AB-3CE08C2E905F}" destId="{3AEE9432-DC49-45E7-B6E1-4AAB51E3E45E}" srcOrd="0" destOrd="0" presId="urn:microsoft.com/office/officeart/2008/layout/HorizontalMultiLevelHierarchy"/>
    <dgm:cxn modelId="{B826AF8A-A7DC-4172-98A5-CCDA7982F979}" type="presParOf" srcId="{487CFD4A-1608-4D6E-A1E2-2BA780BF3556}" destId="{7541EE0C-1B6A-4703-A3E5-6AAD8DC3B7A8}" srcOrd="3" destOrd="0" presId="urn:microsoft.com/office/officeart/2008/layout/HorizontalMultiLevelHierarchy"/>
    <dgm:cxn modelId="{D4049CC4-8868-4296-86A9-4B66C6C7A959}" type="presParOf" srcId="{7541EE0C-1B6A-4703-A3E5-6AAD8DC3B7A8}" destId="{B1ED1BA2-5753-4612-941E-BB160DE8A5B2}" srcOrd="0" destOrd="0" presId="urn:microsoft.com/office/officeart/2008/layout/HorizontalMultiLevelHierarchy"/>
    <dgm:cxn modelId="{A95F34AD-D1EC-4892-AE7D-131711D1E539}" type="presParOf" srcId="{7541EE0C-1B6A-4703-A3E5-6AAD8DC3B7A8}" destId="{16544550-624B-4A25-9F3D-DDDB7C850642}" srcOrd="1" destOrd="0" presId="urn:microsoft.com/office/officeart/2008/layout/HorizontalMultiLevelHierarchy"/>
    <dgm:cxn modelId="{54F76E98-1AB5-4CC5-B945-BBF24E2B0488}" type="presParOf" srcId="{487CFD4A-1608-4D6E-A1E2-2BA780BF3556}" destId="{7BEEFD43-C534-40C1-A552-04AD9ABC6D62}" srcOrd="4" destOrd="0" presId="urn:microsoft.com/office/officeart/2008/layout/HorizontalMultiLevelHierarchy"/>
    <dgm:cxn modelId="{41F521D5-A2B1-4E36-B95F-2095238C0899}" type="presParOf" srcId="{7BEEFD43-C534-40C1-A552-04AD9ABC6D62}" destId="{20E8DE65-9A10-431F-8266-900DB6AFDA18}" srcOrd="0" destOrd="0" presId="urn:microsoft.com/office/officeart/2008/layout/HorizontalMultiLevelHierarchy"/>
    <dgm:cxn modelId="{830CFFCA-B1C9-45F3-BA40-5DC42979DD13}" type="presParOf" srcId="{487CFD4A-1608-4D6E-A1E2-2BA780BF3556}" destId="{B5D302C2-46B8-4814-A03F-A299EF3E90D8}" srcOrd="5" destOrd="0" presId="urn:microsoft.com/office/officeart/2008/layout/HorizontalMultiLevelHierarchy"/>
    <dgm:cxn modelId="{0791D7B6-6492-4775-BC58-794FF8A0B781}" type="presParOf" srcId="{B5D302C2-46B8-4814-A03F-A299EF3E90D8}" destId="{F807ADB6-20D6-4ACA-A472-26BBBC85C9E0}" srcOrd="0" destOrd="0" presId="urn:microsoft.com/office/officeart/2008/layout/HorizontalMultiLevelHierarchy"/>
    <dgm:cxn modelId="{F1A8323F-0E28-479A-80C6-808046895FA1}" type="presParOf" srcId="{B5D302C2-46B8-4814-A03F-A299EF3E90D8}" destId="{688E132C-C053-4320-A6E9-17B52AC5D031}" srcOrd="1" destOrd="0" presId="urn:microsoft.com/office/officeart/2008/layout/HorizontalMultiLevelHierarchy"/>
  </dgm:cxnLst>
  <dgm:bg/>
  <dgm:whole/>
  <dgm:extLst>
    <a:ext uri="http://schemas.microsoft.com/office/drawing/2008/diagram">
      <dsp:dataModelExt xmlns:dsp="http://schemas.microsoft.com/office/drawing/2008/diagram" relId="rId1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CCDA85-508B-4AFF-9B4D-AAC2A6E3B5A4}" type="doc">
      <dgm:prSet loTypeId="urn:microsoft.com/office/officeart/2008/layout/HorizontalMultiLevelHierarchy" loCatId="hierarchy" qsTypeId="urn:microsoft.com/office/officeart/2005/8/quickstyle/3d3" qsCatId="3D" csTypeId="urn:microsoft.com/office/officeart/2005/8/colors/accent1_2" csCatId="accent1" phldr="1"/>
      <dgm:spPr/>
      <dgm:t>
        <a:bodyPr/>
        <a:lstStyle/>
        <a:p>
          <a:endParaRPr lang="en-US"/>
        </a:p>
      </dgm:t>
    </dgm:pt>
    <dgm:pt modelId="{031260B9-C8F0-415D-BB12-5F98FAD0A145}">
      <dgm:prSet phldrT="[Text]" phldr="0" custT="1"/>
      <dgm:spPr/>
      <dgm:t>
        <a:bodyPr/>
        <a:lstStyle/>
        <a:p>
          <a:r>
            <a:rPr lang="en-US" sz="3600" dirty="0"/>
            <a:t>Two Data Frames</a:t>
          </a:r>
        </a:p>
      </dgm:t>
    </dgm:pt>
    <dgm:pt modelId="{507B4C9D-2538-4686-9879-93E2ABEE8BDC}" type="parTrans" cxnId="{0191024F-A23A-44EE-9732-E34FA529F59F}">
      <dgm:prSet/>
      <dgm:spPr/>
      <dgm:t>
        <a:bodyPr/>
        <a:lstStyle/>
        <a:p>
          <a:endParaRPr lang="en-US"/>
        </a:p>
      </dgm:t>
    </dgm:pt>
    <dgm:pt modelId="{7812B71F-59E0-4A94-854E-87583EA1C084}" type="sibTrans" cxnId="{0191024F-A23A-44EE-9732-E34FA529F59F}">
      <dgm:prSet/>
      <dgm:spPr/>
      <dgm:t>
        <a:bodyPr/>
        <a:lstStyle/>
        <a:p>
          <a:endParaRPr lang="en-US"/>
        </a:p>
      </dgm:t>
    </dgm:pt>
    <dgm:pt modelId="{1DC75B38-C64A-44BB-B738-867B06484836}">
      <dgm:prSet phldrT="[Text]" phldr="0" custT="1"/>
      <dgm:spPr/>
      <dgm:t>
        <a:bodyPr/>
        <a:lstStyle/>
        <a:p>
          <a:r>
            <a:rPr lang="en-US" sz="1500" dirty="0"/>
            <a:t>Select top 10 native and nonnative plants visited by most bee species</a:t>
          </a:r>
        </a:p>
      </dgm:t>
    </dgm:pt>
    <dgm:pt modelId="{19A5F07E-93B4-47DF-9980-F80757511EE6}" type="parTrans" cxnId="{B7760D3F-6140-48FF-BFAA-F2E67078DDE9}">
      <dgm:prSet/>
      <dgm:spPr/>
      <dgm:t>
        <a:bodyPr/>
        <a:lstStyle/>
        <a:p>
          <a:endParaRPr lang="en-US"/>
        </a:p>
      </dgm:t>
    </dgm:pt>
    <dgm:pt modelId="{05F1B3CB-1220-49FC-8ED6-D8EC3D2300B2}" type="sibTrans" cxnId="{B7760D3F-6140-48FF-BFAA-F2E67078DDE9}">
      <dgm:prSet/>
      <dgm:spPr/>
      <dgm:t>
        <a:bodyPr/>
        <a:lstStyle/>
        <a:p>
          <a:endParaRPr lang="en-US"/>
        </a:p>
      </dgm:t>
    </dgm:pt>
    <dgm:pt modelId="{5AD33756-1903-4ABE-B536-A47F74E612A4}">
      <dgm:prSet phldrT="[Text]" phldr="0" custT="1"/>
      <dgm:spPr/>
      <dgm:t>
        <a:bodyPr/>
        <a:lstStyle/>
        <a:p>
          <a:r>
            <a:rPr lang="en-US" sz="1500" dirty="0"/>
            <a:t>Created Sankey networks for each set of relationship</a:t>
          </a:r>
        </a:p>
      </dgm:t>
    </dgm:pt>
    <dgm:pt modelId="{8C556109-37BA-4EA2-9B51-BDFAA60B2F02}" type="parTrans" cxnId="{CFFB3CE1-9551-4FC4-ABF1-07BD62DC73BD}">
      <dgm:prSet/>
      <dgm:spPr/>
      <dgm:t>
        <a:bodyPr/>
        <a:lstStyle/>
        <a:p>
          <a:endParaRPr lang="en-US"/>
        </a:p>
      </dgm:t>
    </dgm:pt>
    <dgm:pt modelId="{C22B7B14-E8CF-4818-93D5-17734215DB6A}" type="sibTrans" cxnId="{CFFB3CE1-9551-4FC4-ABF1-07BD62DC73BD}">
      <dgm:prSet/>
      <dgm:spPr/>
      <dgm:t>
        <a:bodyPr/>
        <a:lstStyle/>
        <a:p>
          <a:endParaRPr lang="en-US"/>
        </a:p>
      </dgm:t>
    </dgm:pt>
    <dgm:pt modelId="{8D9744CC-AE09-4D43-AC86-17D836FF01D7}">
      <dgm:prSet phldrT="[Text]" phldr="0" custT="1"/>
      <dgm:spPr/>
      <dgm:t>
        <a:bodyPr/>
        <a:lstStyle/>
        <a:p>
          <a:r>
            <a:rPr lang="en-US" sz="1500" dirty="0"/>
            <a:t>Evaluate Results</a:t>
          </a:r>
        </a:p>
      </dgm:t>
    </dgm:pt>
    <dgm:pt modelId="{48E6F3B3-F97D-4588-BE4D-9DBF0607AB79}" type="parTrans" cxnId="{EF72D691-001D-4C78-8467-08DC3869845A}">
      <dgm:prSet/>
      <dgm:spPr/>
      <dgm:t>
        <a:bodyPr/>
        <a:lstStyle/>
        <a:p>
          <a:endParaRPr lang="en-US"/>
        </a:p>
      </dgm:t>
    </dgm:pt>
    <dgm:pt modelId="{39A3203E-DD2F-4C73-8F31-C0DA3A238537}" type="sibTrans" cxnId="{EF72D691-001D-4C78-8467-08DC3869845A}">
      <dgm:prSet/>
      <dgm:spPr/>
      <dgm:t>
        <a:bodyPr/>
        <a:lstStyle/>
        <a:p>
          <a:endParaRPr lang="en-US"/>
        </a:p>
      </dgm:t>
    </dgm:pt>
    <dgm:pt modelId="{F3A1B37A-355A-47FF-82E6-EE69A27B8B87}">
      <dgm:prSet phldrT="[Text]" phldr="0" custT="1"/>
      <dgm:spPr/>
      <dgm:t>
        <a:bodyPr/>
        <a:lstStyle/>
        <a:p>
          <a:r>
            <a:rPr lang="en-US" sz="1600" dirty="0"/>
            <a:t>Native plant = TRUE Nonnative plant = FALSE</a:t>
          </a:r>
        </a:p>
      </dgm:t>
    </dgm:pt>
    <dgm:pt modelId="{6EDEF63E-296D-4E9C-BD18-5F05AA4439C3}" type="parTrans" cxnId="{E7283647-7A5E-4771-8DE8-D659E34D3BAB}">
      <dgm:prSet/>
      <dgm:spPr/>
      <dgm:t>
        <a:bodyPr/>
        <a:lstStyle/>
        <a:p>
          <a:endParaRPr lang="en-US"/>
        </a:p>
      </dgm:t>
    </dgm:pt>
    <dgm:pt modelId="{97455F4F-5AF4-41A3-B0B7-898CB48908A3}" type="sibTrans" cxnId="{E7283647-7A5E-4771-8DE8-D659E34D3BAB}">
      <dgm:prSet/>
      <dgm:spPr/>
      <dgm:t>
        <a:bodyPr/>
        <a:lstStyle/>
        <a:p>
          <a:endParaRPr lang="en-US"/>
        </a:p>
      </dgm:t>
    </dgm:pt>
    <dgm:pt modelId="{1CC3925D-06C4-4A9D-8515-F74D976263E6}" type="pres">
      <dgm:prSet presAssocID="{0ACCDA85-508B-4AFF-9B4D-AAC2A6E3B5A4}" presName="Name0" presStyleCnt="0">
        <dgm:presLayoutVars>
          <dgm:chPref val="1"/>
          <dgm:dir/>
          <dgm:animOne val="branch"/>
          <dgm:animLvl val="lvl"/>
          <dgm:resizeHandles val="exact"/>
        </dgm:presLayoutVars>
      </dgm:prSet>
      <dgm:spPr/>
    </dgm:pt>
    <dgm:pt modelId="{CFCAAA5C-1DA4-4BD9-8F11-8EEA44619254}" type="pres">
      <dgm:prSet presAssocID="{031260B9-C8F0-415D-BB12-5F98FAD0A145}" presName="root1" presStyleCnt="0"/>
      <dgm:spPr/>
    </dgm:pt>
    <dgm:pt modelId="{10D484C8-4EAC-425F-95AB-4186A201BACA}" type="pres">
      <dgm:prSet presAssocID="{031260B9-C8F0-415D-BB12-5F98FAD0A145}" presName="LevelOneTextNode" presStyleLbl="node0" presStyleIdx="0" presStyleCnt="1" custLinFactNeighborX="15504" custLinFactNeighborY="-6155">
        <dgm:presLayoutVars>
          <dgm:chPref val="3"/>
        </dgm:presLayoutVars>
      </dgm:prSet>
      <dgm:spPr/>
    </dgm:pt>
    <dgm:pt modelId="{487CFD4A-1608-4D6E-A1E2-2BA780BF3556}" type="pres">
      <dgm:prSet presAssocID="{031260B9-C8F0-415D-BB12-5F98FAD0A145}" presName="level2hierChild" presStyleCnt="0"/>
      <dgm:spPr/>
    </dgm:pt>
    <dgm:pt modelId="{9FA36F8D-1831-4E9F-B0E4-5C32923C7C1C}" type="pres">
      <dgm:prSet presAssocID="{6EDEF63E-296D-4E9C-BD18-5F05AA4439C3}" presName="conn2-1" presStyleLbl="parChTrans1D2" presStyleIdx="0" presStyleCnt="4"/>
      <dgm:spPr/>
    </dgm:pt>
    <dgm:pt modelId="{B5176457-5470-43F3-8ECC-9C4B163C691C}" type="pres">
      <dgm:prSet presAssocID="{6EDEF63E-296D-4E9C-BD18-5F05AA4439C3}" presName="connTx" presStyleLbl="parChTrans1D2" presStyleIdx="0" presStyleCnt="4"/>
      <dgm:spPr/>
    </dgm:pt>
    <dgm:pt modelId="{3D4687E0-0D49-41CE-A8D4-89A956FC09C6}" type="pres">
      <dgm:prSet presAssocID="{F3A1B37A-355A-47FF-82E6-EE69A27B8B87}" presName="root2" presStyleCnt="0"/>
      <dgm:spPr/>
    </dgm:pt>
    <dgm:pt modelId="{925C36B5-378F-4D67-9B2F-BEA005D82CA5}" type="pres">
      <dgm:prSet presAssocID="{F3A1B37A-355A-47FF-82E6-EE69A27B8B87}" presName="LevelTwoTextNode" presStyleLbl="node2" presStyleIdx="0" presStyleCnt="4">
        <dgm:presLayoutVars>
          <dgm:chPref val="3"/>
        </dgm:presLayoutVars>
      </dgm:prSet>
      <dgm:spPr/>
    </dgm:pt>
    <dgm:pt modelId="{14AF68F1-3EF5-4B1E-99BF-E210F85B4066}" type="pres">
      <dgm:prSet presAssocID="{F3A1B37A-355A-47FF-82E6-EE69A27B8B87}" presName="level3hierChild" presStyleCnt="0"/>
      <dgm:spPr/>
    </dgm:pt>
    <dgm:pt modelId="{09184C92-221E-45F1-8661-97B5B5473431}" type="pres">
      <dgm:prSet presAssocID="{19A5F07E-93B4-47DF-9980-F80757511EE6}" presName="conn2-1" presStyleLbl="parChTrans1D2" presStyleIdx="1" presStyleCnt="4"/>
      <dgm:spPr/>
    </dgm:pt>
    <dgm:pt modelId="{A3BA7661-C915-49DD-AADD-BEAE63E17B35}" type="pres">
      <dgm:prSet presAssocID="{19A5F07E-93B4-47DF-9980-F80757511EE6}" presName="connTx" presStyleLbl="parChTrans1D2" presStyleIdx="1" presStyleCnt="4"/>
      <dgm:spPr/>
    </dgm:pt>
    <dgm:pt modelId="{16CEB589-4173-4A6F-9855-57D21A0A3E1E}" type="pres">
      <dgm:prSet presAssocID="{1DC75B38-C64A-44BB-B738-867B06484836}" presName="root2" presStyleCnt="0"/>
      <dgm:spPr/>
    </dgm:pt>
    <dgm:pt modelId="{3FFF313F-F889-4FD8-9159-CB157F899825}" type="pres">
      <dgm:prSet presAssocID="{1DC75B38-C64A-44BB-B738-867B06484836}" presName="LevelTwoTextNode" presStyleLbl="node2" presStyleIdx="1" presStyleCnt="4">
        <dgm:presLayoutVars>
          <dgm:chPref val="3"/>
        </dgm:presLayoutVars>
      </dgm:prSet>
      <dgm:spPr/>
    </dgm:pt>
    <dgm:pt modelId="{A821FA58-9775-4789-BE6C-24619FF49100}" type="pres">
      <dgm:prSet presAssocID="{1DC75B38-C64A-44BB-B738-867B06484836}" presName="level3hierChild" presStyleCnt="0"/>
      <dgm:spPr/>
    </dgm:pt>
    <dgm:pt modelId="{77FC571E-C32A-4742-80AB-3CE08C2E905F}" type="pres">
      <dgm:prSet presAssocID="{8C556109-37BA-4EA2-9B51-BDFAA60B2F02}" presName="conn2-1" presStyleLbl="parChTrans1D2" presStyleIdx="2" presStyleCnt="4"/>
      <dgm:spPr/>
    </dgm:pt>
    <dgm:pt modelId="{3AEE9432-DC49-45E7-B6E1-4AAB51E3E45E}" type="pres">
      <dgm:prSet presAssocID="{8C556109-37BA-4EA2-9B51-BDFAA60B2F02}" presName="connTx" presStyleLbl="parChTrans1D2" presStyleIdx="2" presStyleCnt="4"/>
      <dgm:spPr/>
    </dgm:pt>
    <dgm:pt modelId="{7541EE0C-1B6A-4703-A3E5-6AAD8DC3B7A8}" type="pres">
      <dgm:prSet presAssocID="{5AD33756-1903-4ABE-B536-A47F74E612A4}" presName="root2" presStyleCnt="0"/>
      <dgm:spPr/>
    </dgm:pt>
    <dgm:pt modelId="{B1ED1BA2-5753-4612-941E-BB160DE8A5B2}" type="pres">
      <dgm:prSet presAssocID="{5AD33756-1903-4ABE-B536-A47F74E612A4}" presName="LevelTwoTextNode" presStyleLbl="node2" presStyleIdx="2" presStyleCnt="4">
        <dgm:presLayoutVars>
          <dgm:chPref val="3"/>
        </dgm:presLayoutVars>
      </dgm:prSet>
      <dgm:spPr/>
    </dgm:pt>
    <dgm:pt modelId="{16544550-624B-4A25-9F3D-DDDB7C850642}" type="pres">
      <dgm:prSet presAssocID="{5AD33756-1903-4ABE-B536-A47F74E612A4}" presName="level3hierChild" presStyleCnt="0"/>
      <dgm:spPr/>
    </dgm:pt>
    <dgm:pt modelId="{B62AA691-DF7A-4E82-B58C-8D9C88EA0C07}" type="pres">
      <dgm:prSet presAssocID="{48E6F3B3-F97D-4588-BE4D-9DBF0607AB79}" presName="conn2-1" presStyleLbl="parChTrans1D2" presStyleIdx="3" presStyleCnt="4"/>
      <dgm:spPr/>
    </dgm:pt>
    <dgm:pt modelId="{A2FC50BE-F19A-4C5E-B4F7-8D84CDBFAF8D}" type="pres">
      <dgm:prSet presAssocID="{48E6F3B3-F97D-4588-BE4D-9DBF0607AB79}" presName="connTx" presStyleLbl="parChTrans1D2" presStyleIdx="3" presStyleCnt="4"/>
      <dgm:spPr/>
    </dgm:pt>
    <dgm:pt modelId="{AC0EA1FA-4E34-42F4-9B94-9C12F41ED1A8}" type="pres">
      <dgm:prSet presAssocID="{8D9744CC-AE09-4D43-AC86-17D836FF01D7}" presName="root2" presStyleCnt="0"/>
      <dgm:spPr/>
    </dgm:pt>
    <dgm:pt modelId="{F00423B9-6E23-405A-B4AA-BEE0C6FF45F6}" type="pres">
      <dgm:prSet presAssocID="{8D9744CC-AE09-4D43-AC86-17D836FF01D7}" presName="LevelTwoTextNode" presStyleLbl="node2" presStyleIdx="3" presStyleCnt="4">
        <dgm:presLayoutVars>
          <dgm:chPref val="3"/>
        </dgm:presLayoutVars>
      </dgm:prSet>
      <dgm:spPr/>
    </dgm:pt>
    <dgm:pt modelId="{4D4AD177-4B19-4F61-8395-C24C02F11CAF}" type="pres">
      <dgm:prSet presAssocID="{8D9744CC-AE09-4D43-AC86-17D836FF01D7}" presName="level3hierChild" presStyleCnt="0"/>
      <dgm:spPr/>
    </dgm:pt>
  </dgm:ptLst>
  <dgm:cxnLst>
    <dgm:cxn modelId="{DDEE1008-6796-442E-B242-2B7025C3EC3C}" type="presOf" srcId="{6EDEF63E-296D-4E9C-BD18-5F05AA4439C3}" destId="{B5176457-5470-43F3-8ECC-9C4B163C691C}" srcOrd="1" destOrd="0" presId="urn:microsoft.com/office/officeart/2008/layout/HorizontalMultiLevelHierarchy"/>
    <dgm:cxn modelId="{11792211-8797-4A97-A5AE-728183F621D1}" type="presOf" srcId="{48E6F3B3-F97D-4588-BE4D-9DBF0607AB79}" destId="{B62AA691-DF7A-4E82-B58C-8D9C88EA0C07}" srcOrd="0" destOrd="0" presId="urn:microsoft.com/office/officeart/2008/layout/HorizontalMultiLevelHierarchy"/>
    <dgm:cxn modelId="{5A2F3018-5751-448D-A96E-74002C735214}" type="presOf" srcId="{8C556109-37BA-4EA2-9B51-BDFAA60B2F02}" destId="{3AEE9432-DC49-45E7-B6E1-4AAB51E3E45E}" srcOrd="1" destOrd="0" presId="urn:microsoft.com/office/officeart/2008/layout/HorizontalMultiLevelHierarchy"/>
    <dgm:cxn modelId="{C0BCD11D-D5CB-4530-A44B-B06E14FC50D0}" type="presOf" srcId="{8C556109-37BA-4EA2-9B51-BDFAA60B2F02}" destId="{77FC571E-C32A-4742-80AB-3CE08C2E905F}" srcOrd="0" destOrd="0" presId="urn:microsoft.com/office/officeart/2008/layout/HorizontalMultiLevelHierarchy"/>
    <dgm:cxn modelId="{AF02EA1D-6DC4-49EC-A367-F50A72BDB999}" type="presOf" srcId="{48E6F3B3-F97D-4588-BE4D-9DBF0607AB79}" destId="{A2FC50BE-F19A-4C5E-B4F7-8D84CDBFAF8D}" srcOrd="1" destOrd="0" presId="urn:microsoft.com/office/officeart/2008/layout/HorizontalMultiLevelHierarchy"/>
    <dgm:cxn modelId="{26B1B23D-8BE6-42BB-9F05-E1D3D0439F7F}" type="presOf" srcId="{031260B9-C8F0-415D-BB12-5F98FAD0A145}" destId="{10D484C8-4EAC-425F-95AB-4186A201BACA}" srcOrd="0" destOrd="0" presId="urn:microsoft.com/office/officeart/2008/layout/HorizontalMultiLevelHierarchy"/>
    <dgm:cxn modelId="{B7760D3F-6140-48FF-BFAA-F2E67078DDE9}" srcId="{031260B9-C8F0-415D-BB12-5F98FAD0A145}" destId="{1DC75B38-C64A-44BB-B738-867B06484836}" srcOrd="1" destOrd="0" parTransId="{19A5F07E-93B4-47DF-9980-F80757511EE6}" sibTransId="{05F1B3CB-1220-49FC-8ED6-D8EC3D2300B2}"/>
    <dgm:cxn modelId="{7A633D42-DFD7-42D5-B49A-D8E46BB28DED}" type="presOf" srcId="{6EDEF63E-296D-4E9C-BD18-5F05AA4439C3}" destId="{9FA36F8D-1831-4E9F-B0E4-5C32923C7C1C}" srcOrd="0" destOrd="0" presId="urn:microsoft.com/office/officeart/2008/layout/HorizontalMultiLevelHierarchy"/>
    <dgm:cxn modelId="{662EE444-6A8C-42B4-8896-0561342E96C6}" type="presOf" srcId="{19A5F07E-93B4-47DF-9980-F80757511EE6}" destId="{09184C92-221E-45F1-8661-97B5B5473431}" srcOrd="0" destOrd="0" presId="urn:microsoft.com/office/officeart/2008/layout/HorizontalMultiLevelHierarchy"/>
    <dgm:cxn modelId="{E7283647-7A5E-4771-8DE8-D659E34D3BAB}" srcId="{031260B9-C8F0-415D-BB12-5F98FAD0A145}" destId="{F3A1B37A-355A-47FF-82E6-EE69A27B8B87}" srcOrd="0" destOrd="0" parTransId="{6EDEF63E-296D-4E9C-BD18-5F05AA4439C3}" sibTransId="{97455F4F-5AF4-41A3-B0B7-898CB48908A3}"/>
    <dgm:cxn modelId="{0191024F-A23A-44EE-9732-E34FA529F59F}" srcId="{0ACCDA85-508B-4AFF-9B4D-AAC2A6E3B5A4}" destId="{031260B9-C8F0-415D-BB12-5F98FAD0A145}" srcOrd="0" destOrd="0" parTransId="{507B4C9D-2538-4686-9879-93E2ABEE8BDC}" sibTransId="{7812B71F-59E0-4A94-854E-87583EA1C084}"/>
    <dgm:cxn modelId="{3467B36D-6A0A-4F2D-8C57-9A880771DCB1}" type="presOf" srcId="{5AD33756-1903-4ABE-B536-A47F74E612A4}" destId="{B1ED1BA2-5753-4612-941E-BB160DE8A5B2}" srcOrd="0" destOrd="0" presId="urn:microsoft.com/office/officeart/2008/layout/HorizontalMultiLevelHierarchy"/>
    <dgm:cxn modelId="{B96CD08C-0B3B-470C-BC94-A2EB3CD59C39}" type="presOf" srcId="{8D9744CC-AE09-4D43-AC86-17D836FF01D7}" destId="{F00423B9-6E23-405A-B4AA-BEE0C6FF45F6}" srcOrd="0" destOrd="0" presId="urn:microsoft.com/office/officeart/2008/layout/HorizontalMultiLevelHierarchy"/>
    <dgm:cxn modelId="{FC2A228D-DEB4-4B90-867D-ABA02E6D8194}" type="presOf" srcId="{19A5F07E-93B4-47DF-9980-F80757511EE6}" destId="{A3BA7661-C915-49DD-AADD-BEAE63E17B35}" srcOrd="1" destOrd="0" presId="urn:microsoft.com/office/officeart/2008/layout/HorizontalMultiLevelHierarchy"/>
    <dgm:cxn modelId="{EF72D691-001D-4C78-8467-08DC3869845A}" srcId="{031260B9-C8F0-415D-BB12-5F98FAD0A145}" destId="{8D9744CC-AE09-4D43-AC86-17D836FF01D7}" srcOrd="3" destOrd="0" parTransId="{48E6F3B3-F97D-4588-BE4D-9DBF0607AB79}" sibTransId="{39A3203E-DD2F-4C73-8F31-C0DA3A238537}"/>
    <dgm:cxn modelId="{7AC65096-91BD-44F2-9A32-5E7F1FC3EFD4}" type="presOf" srcId="{1DC75B38-C64A-44BB-B738-867B06484836}" destId="{3FFF313F-F889-4FD8-9159-CB157F899825}" srcOrd="0" destOrd="0" presId="urn:microsoft.com/office/officeart/2008/layout/HorizontalMultiLevelHierarchy"/>
    <dgm:cxn modelId="{32BE63B5-2157-4138-960D-3A334CF9130B}" type="presOf" srcId="{0ACCDA85-508B-4AFF-9B4D-AAC2A6E3B5A4}" destId="{1CC3925D-06C4-4A9D-8515-F74D976263E6}" srcOrd="0" destOrd="0" presId="urn:microsoft.com/office/officeart/2008/layout/HorizontalMultiLevelHierarchy"/>
    <dgm:cxn modelId="{CFFB3CE1-9551-4FC4-ABF1-07BD62DC73BD}" srcId="{031260B9-C8F0-415D-BB12-5F98FAD0A145}" destId="{5AD33756-1903-4ABE-B536-A47F74E612A4}" srcOrd="2" destOrd="0" parTransId="{8C556109-37BA-4EA2-9B51-BDFAA60B2F02}" sibTransId="{C22B7B14-E8CF-4818-93D5-17734215DB6A}"/>
    <dgm:cxn modelId="{10BC1CF6-01B5-4A49-AA1D-399E4D9BFA84}" type="presOf" srcId="{F3A1B37A-355A-47FF-82E6-EE69A27B8B87}" destId="{925C36B5-378F-4D67-9B2F-BEA005D82CA5}" srcOrd="0" destOrd="0" presId="urn:microsoft.com/office/officeart/2008/layout/HorizontalMultiLevelHierarchy"/>
    <dgm:cxn modelId="{78AC9BE0-32FF-4221-A672-570956FE4EF3}" type="presParOf" srcId="{1CC3925D-06C4-4A9D-8515-F74D976263E6}" destId="{CFCAAA5C-1DA4-4BD9-8F11-8EEA44619254}" srcOrd="0" destOrd="0" presId="urn:microsoft.com/office/officeart/2008/layout/HorizontalMultiLevelHierarchy"/>
    <dgm:cxn modelId="{C344E1DF-E8E9-424E-BC0F-486F11928EC4}" type="presParOf" srcId="{CFCAAA5C-1DA4-4BD9-8F11-8EEA44619254}" destId="{10D484C8-4EAC-425F-95AB-4186A201BACA}" srcOrd="0" destOrd="0" presId="urn:microsoft.com/office/officeart/2008/layout/HorizontalMultiLevelHierarchy"/>
    <dgm:cxn modelId="{6CD73161-2148-4ACE-9DEA-92A8BAD8D3F6}" type="presParOf" srcId="{CFCAAA5C-1DA4-4BD9-8F11-8EEA44619254}" destId="{487CFD4A-1608-4D6E-A1E2-2BA780BF3556}" srcOrd="1" destOrd="0" presId="urn:microsoft.com/office/officeart/2008/layout/HorizontalMultiLevelHierarchy"/>
    <dgm:cxn modelId="{CCB1A19C-7F43-4BA0-A194-23E004B82A3D}" type="presParOf" srcId="{487CFD4A-1608-4D6E-A1E2-2BA780BF3556}" destId="{9FA36F8D-1831-4E9F-B0E4-5C32923C7C1C}" srcOrd="0" destOrd="0" presId="urn:microsoft.com/office/officeart/2008/layout/HorizontalMultiLevelHierarchy"/>
    <dgm:cxn modelId="{F35B2C36-0791-4421-9E31-5CC40D43125A}" type="presParOf" srcId="{9FA36F8D-1831-4E9F-B0E4-5C32923C7C1C}" destId="{B5176457-5470-43F3-8ECC-9C4B163C691C}" srcOrd="0" destOrd="0" presId="urn:microsoft.com/office/officeart/2008/layout/HorizontalMultiLevelHierarchy"/>
    <dgm:cxn modelId="{94171DBF-D6F0-4934-841E-08D7FD1B07B6}" type="presParOf" srcId="{487CFD4A-1608-4D6E-A1E2-2BA780BF3556}" destId="{3D4687E0-0D49-41CE-A8D4-89A956FC09C6}" srcOrd="1" destOrd="0" presId="urn:microsoft.com/office/officeart/2008/layout/HorizontalMultiLevelHierarchy"/>
    <dgm:cxn modelId="{E4EEEF51-FCEC-4091-B82B-2630ACD71086}" type="presParOf" srcId="{3D4687E0-0D49-41CE-A8D4-89A956FC09C6}" destId="{925C36B5-378F-4D67-9B2F-BEA005D82CA5}" srcOrd="0" destOrd="0" presId="urn:microsoft.com/office/officeart/2008/layout/HorizontalMultiLevelHierarchy"/>
    <dgm:cxn modelId="{A6A1F1B9-78DA-4192-BA3B-EAF010475320}" type="presParOf" srcId="{3D4687E0-0D49-41CE-A8D4-89A956FC09C6}" destId="{14AF68F1-3EF5-4B1E-99BF-E210F85B4066}" srcOrd="1" destOrd="0" presId="urn:microsoft.com/office/officeart/2008/layout/HorizontalMultiLevelHierarchy"/>
    <dgm:cxn modelId="{7097AE3E-3B95-4081-BE51-674B2D6AA617}" type="presParOf" srcId="{487CFD4A-1608-4D6E-A1E2-2BA780BF3556}" destId="{09184C92-221E-45F1-8661-97B5B5473431}" srcOrd="2" destOrd="0" presId="urn:microsoft.com/office/officeart/2008/layout/HorizontalMultiLevelHierarchy"/>
    <dgm:cxn modelId="{D4CAD19B-35E0-4A25-B2D0-EE5224292EA2}" type="presParOf" srcId="{09184C92-221E-45F1-8661-97B5B5473431}" destId="{A3BA7661-C915-49DD-AADD-BEAE63E17B35}" srcOrd="0" destOrd="0" presId="urn:microsoft.com/office/officeart/2008/layout/HorizontalMultiLevelHierarchy"/>
    <dgm:cxn modelId="{AD284652-0515-4BDD-8D88-50FBE21CDCF4}" type="presParOf" srcId="{487CFD4A-1608-4D6E-A1E2-2BA780BF3556}" destId="{16CEB589-4173-4A6F-9855-57D21A0A3E1E}" srcOrd="3" destOrd="0" presId="urn:microsoft.com/office/officeart/2008/layout/HorizontalMultiLevelHierarchy"/>
    <dgm:cxn modelId="{12DDC1E2-F5E9-4834-8581-BB262A7E9645}" type="presParOf" srcId="{16CEB589-4173-4A6F-9855-57D21A0A3E1E}" destId="{3FFF313F-F889-4FD8-9159-CB157F899825}" srcOrd="0" destOrd="0" presId="urn:microsoft.com/office/officeart/2008/layout/HorizontalMultiLevelHierarchy"/>
    <dgm:cxn modelId="{98D35F22-AC00-4309-A739-6F8DBF7DFB44}" type="presParOf" srcId="{16CEB589-4173-4A6F-9855-57D21A0A3E1E}" destId="{A821FA58-9775-4789-BE6C-24619FF49100}" srcOrd="1" destOrd="0" presId="urn:microsoft.com/office/officeart/2008/layout/HorizontalMultiLevelHierarchy"/>
    <dgm:cxn modelId="{E0FF825A-F72B-4B47-AC09-7D74602257BB}" type="presParOf" srcId="{487CFD4A-1608-4D6E-A1E2-2BA780BF3556}" destId="{77FC571E-C32A-4742-80AB-3CE08C2E905F}" srcOrd="4" destOrd="0" presId="urn:microsoft.com/office/officeart/2008/layout/HorizontalMultiLevelHierarchy"/>
    <dgm:cxn modelId="{B38391E6-620F-41F6-8CE4-27B427A5D734}" type="presParOf" srcId="{77FC571E-C32A-4742-80AB-3CE08C2E905F}" destId="{3AEE9432-DC49-45E7-B6E1-4AAB51E3E45E}" srcOrd="0" destOrd="0" presId="urn:microsoft.com/office/officeart/2008/layout/HorizontalMultiLevelHierarchy"/>
    <dgm:cxn modelId="{782A8471-6023-4245-89B3-4ADCB76CDAE9}" type="presParOf" srcId="{487CFD4A-1608-4D6E-A1E2-2BA780BF3556}" destId="{7541EE0C-1B6A-4703-A3E5-6AAD8DC3B7A8}" srcOrd="5" destOrd="0" presId="urn:microsoft.com/office/officeart/2008/layout/HorizontalMultiLevelHierarchy"/>
    <dgm:cxn modelId="{F7EEA2C3-14AD-4971-8B6C-8BFAD0CB9769}" type="presParOf" srcId="{7541EE0C-1B6A-4703-A3E5-6AAD8DC3B7A8}" destId="{B1ED1BA2-5753-4612-941E-BB160DE8A5B2}" srcOrd="0" destOrd="0" presId="urn:microsoft.com/office/officeart/2008/layout/HorizontalMultiLevelHierarchy"/>
    <dgm:cxn modelId="{797238D8-18EF-4CF5-A9C3-DFEB638E6766}" type="presParOf" srcId="{7541EE0C-1B6A-4703-A3E5-6AAD8DC3B7A8}" destId="{16544550-624B-4A25-9F3D-DDDB7C850642}" srcOrd="1" destOrd="0" presId="urn:microsoft.com/office/officeart/2008/layout/HorizontalMultiLevelHierarchy"/>
    <dgm:cxn modelId="{71922D3D-50F9-49AE-A290-35EEA1927FE9}" type="presParOf" srcId="{487CFD4A-1608-4D6E-A1E2-2BA780BF3556}" destId="{B62AA691-DF7A-4E82-B58C-8D9C88EA0C07}" srcOrd="6" destOrd="0" presId="urn:microsoft.com/office/officeart/2008/layout/HorizontalMultiLevelHierarchy"/>
    <dgm:cxn modelId="{396B324A-FC0F-4B45-A93A-D4CA199DD7F0}" type="presParOf" srcId="{B62AA691-DF7A-4E82-B58C-8D9C88EA0C07}" destId="{A2FC50BE-F19A-4C5E-B4F7-8D84CDBFAF8D}" srcOrd="0" destOrd="0" presId="urn:microsoft.com/office/officeart/2008/layout/HorizontalMultiLevelHierarchy"/>
    <dgm:cxn modelId="{B9BA3D31-9D8B-45E5-9D6D-4023FCEF7971}" type="presParOf" srcId="{487CFD4A-1608-4D6E-A1E2-2BA780BF3556}" destId="{AC0EA1FA-4E34-42F4-9B94-9C12F41ED1A8}" srcOrd="7" destOrd="0" presId="urn:microsoft.com/office/officeart/2008/layout/HorizontalMultiLevelHierarchy"/>
    <dgm:cxn modelId="{A07F5EAE-F3D5-46D7-8CDE-06F9D6276456}" type="presParOf" srcId="{AC0EA1FA-4E34-42F4-9B94-9C12F41ED1A8}" destId="{F00423B9-6E23-405A-B4AA-BEE0C6FF45F6}" srcOrd="0" destOrd="0" presId="urn:microsoft.com/office/officeart/2008/layout/HorizontalMultiLevelHierarchy"/>
    <dgm:cxn modelId="{4D580837-ADD3-4FB7-8B30-67CE7CE0C180}" type="presParOf" srcId="{AC0EA1FA-4E34-42F4-9B94-9C12F41ED1A8}" destId="{4D4AD177-4B19-4F61-8395-C24C02F11CAF}" srcOrd="1" destOrd="0" presId="urn:microsoft.com/office/officeart/2008/layout/HorizontalMultiLevelHierarchy"/>
  </dgm:cxnLst>
  <dgm:bg/>
  <dgm:whole/>
  <dgm:extLst>
    <a:ext uri="http://schemas.microsoft.com/office/drawing/2008/diagram">
      <dsp:dataModelExt xmlns:dsp="http://schemas.microsoft.com/office/drawing/2008/diagram" relId="rId2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046384-383C-4AB4-8526-E32FA94CE8CE}">
      <dsp:nvSpPr>
        <dsp:cNvPr id="0" name=""/>
        <dsp:cNvSpPr/>
      </dsp:nvSpPr>
      <dsp:spPr>
        <a:xfrm>
          <a:off x="2036392" y="2947205"/>
          <a:ext cx="734679" cy="1399922"/>
        </a:xfrm>
        <a:custGeom>
          <a:avLst/>
          <a:gdLst/>
          <a:ahLst/>
          <a:cxnLst/>
          <a:rect l="0" t="0" r="0" b="0"/>
          <a:pathLst>
            <a:path>
              <a:moveTo>
                <a:pt x="0" y="0"/>
              </a:moveTo>
              <a:lnTo>
                <a:pt x="367339" y="0"/>
              </a:lnTo>
              <a:lnTo>
                <a:pt x="367339" y="1399922"/>
              </a:lnTo>
              <a:lnTo>
                <a:pt x="734679" y="1399922"/>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64207" y="3607641"/>
        <a:ext cx="79049" cy="79049"/>
      </dsp:txXfrm>
    </dsp:sp>
    <dsp:sp modelId="{46C707D2-CF2A-4226-BDFF-82AA841E4348}">
      <dsp:nvSpPr>
        <dsp:cNvPr id="0" name=""/>
        <dsp:cNvSpPr/>
      </dsp:nvSpPr>
      <dsp:spPr>
        <a:xfrm>
          <a:off x="2036392" y="2901485"/>
          <a:ext cx="734679" cy="91440"/>
        </a:xfrm>
        <a:custGeom>
          <a:avLst/>
          <a:gdLst/>
          <a:ahLst/>
          <a:cxnLst/>
          <a:rect l="0" t="0" r="0" b="0"/>
          <a:pathLst>
            <a:path>
              <a:moveTo>
                <a:pt x="0" y="45720"/>
              </a:moveTo>
              <a:lnTo>
                <a:pt x="734679" y="4572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85365" y="2928838"/>
        <a:ext cx="36733" cy="36733"/>
      </dsp:txXfrm>
    </dsp:sp>
    <dsp:sp modelId="{0989FE51-D478-4839-81E4-E08FC607EAAB}">
      <dsp:nvSpPr>
        <dsp:cNvPr id="0" name=""/>
        <dsp:cNvSpPr/>
      </dsp:nvSpPr>
      <dsp:spPr>
        <a:xfrm>
          <a:off x="2036392" y="1547282"/>
          <a:ext cx="734679" cy="1399922"/>
        </a:xfrm>
        <a:custGeom>
          <a:avLst/>
          <a:gdLst/>
          <a:ahLst/>
          <a:cxnLst/>
          <a:rect l="0" t="0" r="0" b="0"/>
          <a:pathLst>
            <a:path>
              <a:moveTo>
                <a:pt x="0" y="1399922"/>
              </a:moveTo>
              <a:lnTo>
                <a:pt x="367339" y="1399922"/>
              </a:lnTo>
              <a:lnTo>
                <a:pt x="367339" y="0"/>
              </a:lnTo>
              <a:lnTo>
                <a:pt x="734679" y="0"/>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364207" y="2207719"/>
        <a:ext cx="79049" cy="79049"/>
      </dsp:txXfrm>
    </dsp:sp>
    <dsp:sp modelId="{FAC37BAF-4369-4E5B-A966-7FD138B3F8C8}">
      <dsp:nvSpPr>
        <dsp:cNvPr id="0" name=""/>
        <dsp:cNvSpPr/>
      </dsp:nvSpPr>
      <dsp:spPr>
        <a:xfrm rot="16200000">
          <a:off x="-516977" y="2387236"/>
          <a:ext cx="3986802" cy="1119937"/>
        </a:xfrm>
        <a:prstGeom prst="flowChartAlternateProcess">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Collect data sets</a:t>
          </a:r>
        </a:p>
      </dsp:txBody>
      <dsp:txXfrm>
        <a:off x="-462307" y="2441906"/>
        <a:ext cx="3877462" cy="1010597"/>
      </dsp:txXfrm>
    </dsp:sp>
    <dsp:sp modelId="{42E3C87B-6676-43CA-B3F5-95708160ACC1}">
      <dsp:nvSpPr>
        <dsp:cNvPr id="0" name=""/>
        <dsp:cNvSpPr/>
      </dsp:nvSpPr>
      <dsp:spPr>
        <a:xfrm>
          <a:off x="2771071" y="987313"/>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Bee Atlas</a:t>
          </a:r>
        </a:p>
      </dsp:txBody>
      <dsp:txXfrm>
        <a:off x="2771071" y="987313"/>
        <a:ext cx="3673396" cy="1119937"/>
      </dsp:txXfrm>
    </dsp:sp>
    <dsp:sp modelId="{CC001EA6-3251-4B6A-9275-EC614F8775F1}">
      <dsp:nvSpPr>
        <dsp:cNvPr id="0" name=""/>
        <dsp:cNvSpPr/>
      </dsp:nvSpPr>
      <dsp:spPr>
        <a:xfrm>
          <a:off x="2771071" y="2387236"/>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Ecoregions</a:t>
          </a:r>
        </a:p>
      </dsp:txBody>
      <dsp:txXfrm>
        <a:off x="2771071" y="2387236"/>
        <a:ext cx="3673396" cy="1119937"/>
      </dsp:txXfrm>
    </dsp:sp>
    <dsp:sp modelId="{2769AFD8-EC95-40CB-861B-BD52D6BE5951}">
      <dsp:nvSpPr>
        <dsp:cNvPr id="0" name=""/>
        <dsp:cNvSpPr/>
      </dsp:nvSpPr>
      <dsp:spPr>
        <a:xfrm>
          <a:off x="2771071" y="3787158"/>
          <a:ext cx="3673396" cy="1119937"/>
        </a:xfrm>
        <a:prstGeom prst="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Oregon Plant Species</a:t>
          </a:r>
        </a:p>
      </dsp:txBody>
      <dsp:txXfrm>
        <a:off x="2771071" y="3787158"/>
        <a:ext cx="3673396" cy="111993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EEFD43-C534-40C1-A552-04AD9ABC6D62}">
      <dsp:nvSpPr>
        <dsp:cNvPr id="0" name=""/>
        <dsp:cNvSpPr/>
      </dsp:nvSpPr>
      <dsp:spPr>
        <a:xfrm>
          <a:off x="2284431" y="1855807"/>
          <a:ext cx="462615" cy="881508"/>
        </a:xfrm>
        <a:custGeom>
          <a:avLst/>
          <a:gdLst/>
          <a:ahLst/>
          <a:cxnLst/>
          <a:rect l="0" t="0" r="0" b="0"/>
          <a:pathLst>
            <a:path>
              <a:moveTo>
                <a:pt x="0" y="0"/>
              </a:moveTo>
              <a:lnTo>
                <a:pt x="231307" y="0"/>
              </a:lnTo>
              <a:lnTo>
                <a:pt x="231307" y="881508"/>
              </a:lnTo>
              <a:lnTo>
                <a:pt x="462615" y="881508"/>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0851" y="2271673"/>
        <a:ext cx="49776" cy="49776"/>
      </dsp:txXfrm>
    </dsp:sp>
    <dsp:sp modelId="{77FC571E-C32A-4742-80AB-3CE08C2E905F}">
      <dsp:nvSpPr>
        <dsp:cNvPr id="0" name=""/>
        <dsp:cNvSpPr/>
      </dsp:nvSpPr>
      <dsp:spPr>
        <a:xfrm>
          <a:off x="2284431" y="1810087"/>
          <a:ext cx="462615" cy="91440"/>
        </a:xfrm>
        <a:custGeom>
          <a:avLst/>
          <a:gdLst/>
          <a:ahLst/>
          <a:cxnLst/>
          <a:rect l="0" t="0" r="0" b="0"/>
          <a:pathLst>
            <a:path>
              <a:moveTo>
                <a:pt x="0" y="45720"/>
              </a:moveTo>
              <a:lnTo>
                <a:pt x="462615" y="4572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04173" y="1844242"/>
        <a:ext cx="23130" cy="23130"/>
      </dsp:txXfrm>
    </dsp:sp>
    <dsp:sp modelId="{09184C92-221E-45F1-8661-97B5B5473431}">
      <dsp:nvSpPr>
        <dsp:cNvPr id="0" name=""/>
        <dsp:cNvSpPr/>
      </dsp:nvSpPr>
      <dsp:spPr>
        <a:xfrm>
          <a:off x="2284431" y="974298"/>
          <a:ext cx="462615" cy="881508"/>
        </a:xfrm>
        <a:custGeom>
          <a:avLst/>
          <a:gdLst/>
          <a:ahLst/>
          <a:cxnLst/>
          <a:rect l="0" t="0" r="0" b="0"/>
          <a:pathLst>
            <a:path>
              <a:moveTo>
                <a:pt x="0" y="881508"/>
              </a:moveTo>
              <a:lnTo>
                <a:pt x="231307" y="881508"/>
              </a:lnTo>
              <a:lnTo>
                <a:pt x="231307" y="0"/>
              </a:lnTo>
              <a:lnTo>
                <a:pt x="462615"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490851" y="1390165"/>
        <a:ext cx="49776" cy="49776"/>
      </dsp:txXfrm>
    </dsp:sp>
    <dsp:sp modelId="{10D484C8-4EAC-425F-95AB-4186A201BACA}">
      <dsp:nvSpPr>
        <dsp:cNvPr id="0" name=""/>
        <dsp:cNvSpPr/>
      </dsp:nvSpPr>
      <dsp:spPr>
        <a:xfrm rot="16200000">
          <a:off x="76020" y="1503204"/>
          <a:ext cx="3711615"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29210" tIns="29210" rIns="29210" bIns="29210" numCol="1" spcCol="1270" anchor="ctr" anchorCtr="0">
          <a:noAutofit/>
        </a:bodyPr>
        <a:lstStyle/>
        <a:p>
          <a:pPr marL="0" lvl="0" indent="0" algn="ctr" defTabSz="2044700">
            <a:lnSpc>
              <a:spcPct val="90000"/>
            </a:lnSpc>
            <a:spcBef>
              <a:spcPct val="0"/>
            </a:spcBef>
            <a:spcAft>
              <a:spcPct val="35000"/>
            </a:spcAft>
            <a:buNone/>
          </a:pPr>
          <a:r>
            <a:rPr lang="en-US" sz="4600" kern="1200" dirty="0"/>
            <a:t>A/B test</a:t>
          </a:r>
        </a:p>
      </dsp:txBody>
      <dsp:txXfrm>
        <a:off x="76020" y="1503204"/>
        <a:ext cx="3711615" cy="705206"/>
      </dsp:txXfrm>
    </dsp:sp>
    <dsp:sp modelId="{3FFF313F-F889-4FD8-9159-CB157F899825}">
      <dsp:nvSpPr>
        <dsp:cNvPr id="0" name=""/>
        <dsp:cNvSpPr/>
      </dsp:nvSpPr>
      <dsp:spPr>
        <a:xfrm>
          <a:off x="2747047" y="621695"/>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Shuffle </a:t>
          </a:r>
          <a:r>
            <a:rPr lang="en-US" sz="2100" kern="1200" dirty="0" err="1"/>
            <a:t>IsNative</a:t>
          </a:r>
          <a:r>
            <a:rPr lang="en-US" sz="2100" kern="1200" dirty="0"/>
            <a:t> Plant Column</a:t>
          </a:r>
        </a:p>
      </dsp:txBody>
      <dsp:txXfrm>
        <a:off x="2747047" y="621695"/>
        <a:ext cx="2313078" cy="705206"/>
      </dsp:txXfrm>
    </dsp:sp>
    <dsp:sp modelId="{B1ED1BA2-5753-4612-941E-BB160DE8A5B2}">
      <dsp:nvSpPr>
        <dsp:cNvPr id="0" name=""/>
        <dsp:cNvSpPr/>
      </dsp:nvSpPr>
      <dsp:spPr>
        <a:xfrm>
          <a:off x="2747047" y="1503204"/>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Calculate Statistic (run 1000 times)</a:t>
          </a:r>
        </a:p>
      </dsp:txBody>
      <dsp:txXfrm>
        <a:off x="2747047" y="1503204"/>
        <a:ext cx="2313078" cy="705206"/>
      </dsp:txXfrm>
    </dsp:sp>
    <dsp:sp modelId="{F807ADB6-20D6-4ACA-A472-26BBBC85C9E0}">
      <dsp:nvSpPr>
        <dsp:cNvPr id="0" name=""/>
        <dsp:cNvSpPr/>
      </dsp:nvSpPr>
      <dsp:spPr>
        <a:xfrm>
          <a:off x="2747047" y="2384712"/>
          <a:ext cx="2313078" cy="705206"/>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3335" tIns="13335" rIns="13335" bIns="13335" numCol="1" spcCol="1270" anchor="ctr" anchorCtr="0">
          <a:noAutofit/>
        </a:bodyPr>
        <a:lstStyle/>
        <a:p>
          <a:pPr marL="0" lvl="0" indent="0" algn="ctr" defTabSz="933450">
            <a:lnSpc>
              <a:spcPct val="90000"/>
            </a:lnSpc>
            <a:spcBef>
              <a:spcPct val="0"/>
            </a:spcBef>
            <a:spcAft>
              <a:spcPct val="35000"/>
            </a:spcAft>
            <a:buNone/>
          </a:pPr>
          <a:r>
            <a:rPr lang="en-US" sz="2100" kern="1200" dirty="0"/>
            <a:t>Visualize Results and calculate P-value</a:t>
          </a:r>
        </a:p>
      </dsp:txBody>
      <dsp:txXfrm>
        <a:off x="2747047" y="2384712"/>
        <a:ext cx="2313078" cy="705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62AA691-DF7A-4E82-B58C-8D9C88EA0C07}">
      <dsp:nvSpPr>
        <dsp:cNvPr id="0" name=""/>
        <dsp:cNvSpPr/>
      </dsp:nvSpPr>
      <dsp:spPr>
        <a:xfrm>
          <a:off x="2393766" y="1855808"/>
          <a:ext cx="353280" cy="1322263"/>
        </a:xfrm>
        <a:custGeom>
          <a:avLst/>
          <a:gdLst/>
          <a:ahLst/>
          <a:cxnLst/>
          <a:rect l="0" t="0" r="0" b="0"/>
          <a:pathLst>
            <a:path>
              <a:moveTo>
                <a:pt x="0" y="0"/>
              </a:moveTo>
              <a:lnTo>
                <a:pt x="176640" y="0"/>
              </a:lnTo>
              <a:lnTo>
                <a:pt x="176640" y="1322263"/>
              </a:lnTo>
              <a:lnTo>
                <a:pt x="353280" y="1322263"/>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36190" y="2482723"/>
        <a:ext cx="68432" cy="68432"/>
      </dsp:txXfrm>
    </dsp:sp>
    <dsp:sp modelId="{77FC571E-C32A-4742-80AB-3CE08C2E905F}">
      <dsp:nvSpPr>
        <dsp:cNvPr id="0" name=""/>
        <dsp:cNvSpPr/>
      </dsp:nvSpPr>
      <dsp:spPr>
        <a:xfrm>
          <a:off x="2393766" y="1855808"/>
          <a:ext cx="353280" cy="440754"/>
        </a:xfrm>
        <a:custGeom>
          <a:avLst/>
          <a:gdLst/>
          <a:ahLst/>
          <a:cxnLst/>
          <a:rect l="0" t="0" r="0" b="0"/>
          <a:pathLst>
            <a:path>
              <a:moveTo>
                <a:pt x="0" y="0"/>
              </a:moveTo>
              <a:lnTo>
                <a:pt x="176640" y="0"/>
              </a:lnTo>
              <a:lnTo>
                <a:pt x="176640" y="440754"/>
              </a:lnTo>
              <a:lnTo>
                <a:pt x="353280" y="440754"/>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6285" y="2062063"/>
        <a:ext cx="28243" cy="28243"/>
      </dsp:txXfrm>
    </dsp:sp>
    <dsp:sp modelId="{09184C92-221E-45F1-8661-97B5B5473431}">
      <dsp:nvSpPr>
        <dsp:cNvPr id="0" name=""/>
        <dsp:cNvSpPr/>
      </dsp:nvSpPr>
      <dsp:spPr>
        <a:xfrm>
          <a:off x="2393766" y="1415053"/>
          <a:ext cx="353280" cy="440754"/>
        </a:xfrm>
        <a:custGeom>
          <a:avLst/>
          <a:gdLst/>
          <a:ahLst/>
          <a:cxnLst/>
          <a:rect l="0" t="0" r="0" b="0"/>
          <a:pathLst>
            <a:path>
              <a:moveTo>
                <a:pt x="0" y="440754"/>
              </a:moveTo>
              <a:lnTo>
                <a:pt x="176640" y="440754"/>
              </a:lnTo>
              <a:lnTo>
                <a:pt x="176640" y="0"/>
              </a:lnTo>
              <a:lnTo>
                <a:pt x="353280"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56285" y="1621309"/>
        <a:ext cx="28243" cy="28243"/>
      </dsp:txXfrm>
    </dsp:sp>
    <dsp:sp modelId="{9FA36F8D-1831-4E9F-B0E4-5C32923C7C1C}">
      <dsp:nvSpPr>
        <dsp:cNvPr id="0" name=""/>
        <dsp:cNvSpPr/>
      </dsp:nvSpPr>
      <dsp:spPr>
        <a:xfrm>
          <a:off x="2393766" y="533544"/>
          <a:ext cx="353280" cy="1322263"/>
        </a:xfrm>
        <a:custGeom>
          <a:avLst/>
          <a:gdLst/>
          <a:ahLst/>
          <a:cxnLst/>
          <a:rect l="0" t="0" r="0" b="0"/>
          <a:pathLst>
            <a:path>
              <a:moveTo>
                <a:pt x="0" y="1322263"/>
              </a:moveTo>
              <a:lnTo>
                <a:pt x="176640" y="1322263"/>
              </a:lnTo>
              <a:lnTo>
                <a:pt x="176640" y="0"/>
              </a:lnTo>
              <a:lnTo>
                <a:pt x="353280" y="0"/>
              </a:lnTo>
            </a:path>
          </a:pathLst>
        </a:custGeom>
        <a:noFill/>
        <a:ln w="25400" cap="flat" cmpd="sng" algn="ctr">
          <a:solidFill>
            <a:schemeClr val="accent1">
              <a:shade val="60000"/>
              <a:hueOff val="0"/>
              <a:satOff val="0"/>
              <a:lumOff val="0"/>
              <a:alphaOff val="0"/>
            </a:schemeClr>
          </a:solidFill>
          <a:prstDash val="solid"/>
        </a:ln>
        <a:effectLst/>
        <a:scene3d>
          <a:camera prst="orthographicFront">
            <a:rot lat="0" lon="0" rev="0"/>
          </a:camera>
          <a:lightRig rig="contrasting" dir="t">
            <a:rot lat="0" lon="0" rev="1200000"/>
          </a:lightRig>
        </a:scene3d>
        <a:sp3d z="-110000"/>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536190" y="1160460"/>
        <a:ext cx="68432" cy="68432"/>
      </dsp:txXfrm>
    </dsp:sp>
    <dsp:sp modelId="{10D484C8-4EAC-425F-95AB-4186A201BACA}">
      <dsp:nvSpPr>
        <dsp:cNvPr id="0" name=""/>
        <dsp:cNvSpPr/>
      </dsp:nvSpPr>
      <dsp:spPr>
        <a:xfrm rot="16200000">
          <a:off x="185354" y="1503204"/>
          <a:ext cx="3711616"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kern="1200" dirty="0"/>
            <a:t>Two Data Frames</a:t>
          </a:r>
        </a:p>
      </dsp:txBody>
      <dsp:txXfrm>
        <a:off x="185354" y="1503204"/>
        <a:ext cx="3711616" cy="705207"/>
      </dsp:txXfrm>
    </dsp:sp>
    <dsp:sp modelId="{925C36B5-378F-4D67-9B2F-BEA005D82CA5}">
      <dsp:nvSpPr>
        <dsp:cNvPr id="0" name=""/>
        <dsp:cNvSpPr/>
      </dsp:nvSpPr>
      <dsp:spPr>
        <a:xfrm>
          <a:off x="2747046" y="180941"/>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Native plant = TRUE Nonnative plant = FALSE</a:t>
          </a:r>
        </a:p>
      </dsp:txBody>
      <dsp:txXfrm>
        <a:off x="2747046" y="180941"/>
        <a:ext cx="2313079" cy="705207"/>
      </dsp:txXfrm>
    </dsp:sp>
    <dsp:sp modelId="{3FFF313F-F889-4FD8-9159-CB157F899825}">
      <dsp:nvSpPr>
        <dsp:cNvPr id="0" name=""/>
        <dsp:cNvSpPr/>
      </dsp:nvSpPr>
      <dsp:spPr>
        <a:xfrm>
          <a:off x="2747046" y="1062450"/>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Select top 10 native and nonnative plants visited by most bee species</a:t>
          </a:r>
        </a:p>
      </dsp:txBody>
      <dsp:txXfrm>
        <a:off x="2747046" y="1062450"/>
        <a:ext cx="2313079" cy="705207"/>
      </dsp:txXfrm>
    </dsp:sp>
    <dsp:sp modelId="{B1ED1BA2-5753-4612-941E-BB160DE8A5B2}">
      <dsp:nvSpPr>
        <dsp:cNvPr id="0" name=""/>
        <dsp:cNvSpPr/>
      </dsp:nvSpPr>
      <dsp:spPr>
        <a:xfrm>
          <a:off x="2747046" y="1943958"/>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Created Sankey networks for each set of relationship</a:t>
          </a:r>
        </a:p>
      </dsp:txBody>
      <dsp:txXfrm>
        <a:off x="2747046" y="1943958"/>
        <a:ext cx="2313079" cy="705207"/>
      </dsp:txXfrm>
    </dsp:sp>
    <dsp:sp modelId="{F00423B9-6E23-405A-B4AA-BEE0C6FF45F6}">
      <dsp:nvSpPr>
        <dsp:cNvPr id="0" name=""/>
        <dsp:cNvSpPr/>
      </dsp:nvSpPr>
      <dsp:spPr>
        <a:xfrm>
          <a:off x="2747046" y="2825467"/>
          <a:ext cx="2313079" cy="705207"/>
        </a:xfrm>
        <a:prstGeom prst="rect">
          <a:avLst/>
        </a:prstGeom>
        <a:solidFill>
          <a:schemeClr val="accent1">
            <a:hueOff val="0"/>
            <a:satOff val="0"/>
            <a:lumOff val="0"/>
            <a:alphaOff val="0"/>
          </a:schemeClr>
        </a:solidFill>
        <a:ln>
          <a:noFill/>
        </a:ln>
        <a:effectLst>
          <a:outerShdw blurRad="40000" dist="20000" dir="5400000" rotWithShape="0">
            <a:srgbClr val="000000">
              <a:alpha val="38000"/>
            </a:srgbClr>
          </a:outerShdw>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1">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Evaluate Results</a:t>
          </a:r>
        </a:p>
      </dsp:txBody>
      <dsp:txXfrm>
        <a:off x="2747046" y="2825467"/>
        <a:ext cx="2313079" cy="705207"/>
      </dsp:txXfrm>
    </dsp:sp>
  </dsp:spTree>
</dsp:drawing>
</file>

<file path=ppt/diagrams/layout1.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HorizontalMultiLevelHierarchy">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begPts" val="midR"/>
                        <dgm:param type="endPts" val="midL"/>
                        <dgm:param type="endSty" val="noArr"/>
                        <dgm:param type="connRout" val="bend"/>
                      </dgm:alg>
                    </dgm:if>
                    <dgm:else name="Name18">
                      <dgm:alg type="conn">
                        <dgm:param type="dim" val="1D"/>
                        <dgm:param type="begPts" val="midL"/>
                        <dgm:param type="endPts" val="midR"/>
                        <dgm:param type="endSty" val="noArr"/>
                        <dgm:param type="connRout" val="bend"/>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0FE861C-486B-4E18-A0E9-A790238A915C}" type="datetimeFigureOut">
              <a:rPr lang="en-US" smtClean="0"/>
              <a:t>12/6/25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F811066-0135-4CAA-8AD4-89A97190AC00}"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389120" rtl="0" eaLnBrk="1" latinLnBrk="0" hangingPunct="1">
      <a:defRPr sz="5760" kern="1200">
        <a:solidFill>
          <a:schemeClr val="tx1"/>
        </a:solidFill>
        <a:latin typeface="+mn-lt"/>
        <a:ea typeface="+mn-ea"/>
        <a:cs typeface="+mn-cs"/>
      </a:defRPr>
    </a:lvl1pPr>
    <a:lvl2pPr marL="2194560" algn="l" defTabSz="4389120" rtl="0" eaLnBrk="1" latinLnBrk="0" hangingPunct="1">
      <a:defRPr sz="5760" kern="1200">
        <a:solidFill>
          <a:schemeClr val="tx1"/>
        </a:solidFill>
        <a:latin typeface="+mn-lt"/>
        <a:ea typeface="+mn-ea"/>
        <a:cs typeface="+mn-cs"/>
      </a:defRPr>
    </a:lvl2pPr>
    <a:lvl3pPr marL="4389120" algn="l" defTabSz="4389120" rtl="0" eaLnBrk="1" latinLnBrk="0" hangingPunct="1">
      <a:defRPr sz="5760" kern="1200">
        <a:solidFill>
          <a:schemeClr val="tx1"/>
        </a:solidFill>
        <a:latin typeface="+mn-lt"/>
        <a:ea typeface="+mn-ea"/>
        <a:cs typeface="+mn-cs"/>
      </a:defRPr>
    </a:lvl3pPr>
    <a:lvl4pPr marL="6583680" algn="l" defTabSz="4389120" rtl="0" eaLnBrk="1" latinLnBrk="0" hangingPunct="1">
      <a:defRPr sz="5760" kern="1200">
        <a:solidFill>
          <a:schemeClr val="tx1"/>
        </a:solidFill>
        <a:latin typeface="+mn-lt"/>
        <a:ea typeface="+mn-ea"/>
        <a:cs typeface="+mn-cs"/>
      </a:defRPr>
    </a:lvl4pPr>
    <a:lvl5pPr marL="8778240" algn="l" defTabSz="4389120" rtl="0" eaLnBrk="1" latinLnBrk="0" hangingPunct="1">
      <a:defRPr sz="5760" kern="1200">
        <a:solidFill>
          <a:schemeClr val="tx1"/>
        </a:solidFill>
        <a:latin typeface="+mn-lt"/>
        <a:ea typeface="+mn-ea"/>
        <a:cs typeface="+mn-cs"/>
      </a:defRPr>
    </a:lvl5pPr>
    <a:lvl6pPr marL="10972800" algn="l" defTabSz="4389120" rtl="0" eaLnBrk="1" latinLnBrk="0" hangingPunct="1">
      <a:defRPr sz="5760" kern="1200">
        <a:solidFill>
          <a:schemeClr val="tx1"/>
        </a:solidFill>
        <a:latin typeface="+mn-lt"/>
        <a:ea typeface="+mn-ea"/>
        <a:cs typeface="+mn-cs"/>
      </a:defRPr>
    </a:lvl6pPr>
    <a:lvl7pPr marL="13167360" algn="l" defTabSz="4389120" rtl="0" eaLnBrk="1" latinLnBrk="0" hangingPunct="1">
      <a:defRPr sz="5760" kern="1200">
        <a:solidFill>
          <a:schemeClr val="tx1"/>
        </a:solidFill>
        <a:latin typeface="+mn-lt"/>
        <a:ea typeface="+mn-ea"/>
        <a:cs typeface="+mn-cs"/>
      </a:defRPr>
    </a:lvl7pPr>
    <a:lvl8pPr marL="15361920" algn="l" defTabSz="4389120" rtl="0" eaLnBrk="1" latinLnBrk="0" hangingPunct="1">
      <a:defRPr sz="5760" kern="1200">
        <a:solidFill>
          <a:schemeClr val="tx1"/>
        </a:solidFill>
        <a:latin typeface="+mn-lt"/>
        <a:ea typeface="+mn-ea"/>
        <a:cs typeface="+mn-cs"/>
      </a:defRPr>
    </a:lvl8pPr>
    <a:lvl9pPr marL="17556480" algn="l" defTabSz="4389120" rtl="0" eaLnBrk="1" latinLnBrk="0" hangingPunct="1">
      <a:defRPr sz="576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28750" y="685800"/>
            <a:ext cx="4000500" cy="342900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F811066-0135-4CAA-8AD4-89A97190AC00}" type="slidenum">
              <a:rPr lang="en-US" smtClean="0"/>
              <a:t>1</a:t>
            </a:fld>
            <a:endParaRPr lang="en-US"/>
          </a:p>
        </p:txBody>
      </p:sp>
    </p:spTree>
    <p:extLst>
      <p:ext uri="{BB962C8B-B14F-4D97-AF65-F5344CB8AC3E}">
        <p14:creationId xmlns:p14="http://schemas.microsoft.com/office/powerpoint/2010/main" val="1592674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880360" y="10226042"/>
            <a:ext cx="32644080" cy="7056120"/>
          </a:xfrm>
        </p:spPr>
        <p:txBody>
          <a:bodyPr/>
          <a:lstStyle/>
          <a:p>
            <a:r>
              <a:rPr lang="en-US"/>
              <a:t>Click to edit Master title style</a:t>
            </a:r>
          </a:p>
        </p:txBody>
      </p:sp>
      <p:sp>
        <p:nvSpPr>
          <p:cNvPr id="3" name="Subtitle 2"/>
          <p:cNvSpPr>
            <a:spLocks noGrp="1"/>
          </p:cNvSpPr>
          <p:nvPr>
            <p:ph type="subTitle" idx="1"/>
          </p:nvPr>
        </p:nvSpPr>
        <p:spPr>
          <a:xfrm>
            <a:off x="5760720" y="18653760"/>
            <a:ext cx="26883360" cy="8412480"/>
          </a:xfrm>
        </p:spPr>
        <p:txBody>
          <a:bodyPr/>
          <a:lstStyle>
            <a:lvl1pPr marL="0" indent="0" algn="ctr">
              <a:buNone/>
              <a:defRPr>
                <a:solidFill>
                  <a:schemeClr val="tx1">
                    <a:tint val="75000"/>
                  </a:schemeClr>
                </a:solidFill>
              </a:defRPr>
            </a:lvl1pPr>
            <a:lvl2pPr marL="1920240" indent="0" algn="ctr">
              <a:buNone/>
              <a:defRPr>
                <a:solidFill>
                  <a:schemeClr val="tx1">
                    <a:tint val="75000"/>
                  </a:schemeClr>
                </a:solidFill>
              </a:defRPr>
            </a:lvl2pPr>
            <a:lvl3pPr marL="3840480" indent="0" algn="ctr">
              <a:buNone/>
              <a:defRPr>
                <a:solidFill>
                  <a:schemeClr val="tx1">
                    <a:tint val="75000"/>
                  </a:schemeClr>
                </a:solidFill>
              </a:defRPr>
            </a:lvl3pPr>
            <a:lvl4pPr marL="5760720" indent="0" algn="ctr">
              <a:buNone/>
              <a:defRPr>
                <a:solidFill>
                  <a:schemeClr val="tx1">
                    <a:tint val="75000"/>
                  </a:schemeClr>
                </a:solidFill>
              </a:defRPr>
            </a:lvl4pPr>
            <a:lvl5pPr marL="7680960" indent="0" algn="ctr">
              <a:buNone/>
              <a:defRPr>
                <a:solidFill>
                  <a:schemeClr val="tx1">
                    <a:tint val="75000"/>
                  </a:schemeClr>
                </a:solidFill>
              </a:defRPr>
            </a:lvl5pPr>
            <a:lvl6pPr marL="9601200" indent="0" algn="ctr">
              <a:buNone/>
              <a:defRPr>
                <a:solidFill>
                  <a:schemeClr val="tx1">
                    <a:tint val="75000"/>
                  </a:schemeClr>
                </a:solidFill>
              </a:defRPr>
            </a:lvl6pPr>
            <a:lvl7pPr marL="11521440" indent="0" algn="ctr">
              <a:buNone/>
              <a:defRPr>
                <a:solidFill>
                  <a:schemeClr val="tx1">
                    <a:tint val="75000"/>
                  </a:schemeClr>
                </a:solidFill>
              </a:defRPr>
            </a:lvl7pPr>
            <a:lvl8pPr marL="13441680" indent="0" algn="ctr">
              <a:buNone/>
              <a:defRPr>
                <a:solidFill>
                  <a:schemeClr val="tx1">
                    <a:tint val="75000"/>
                  </a:schemeClr>
                </a:solidFill>
              </a:defRPr>
            </a:lvl8pPr>
            <a:lvl9pPr marL="1536192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102BAB4-8B8D-41DD-85C7-81A0CA962007}" type="datetimeFigureOut">
              <a:rPr lang="en-US" smtClean="0"/>
              <a:t>12/6/25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033714" y="21153122"/>
            <a:ext cx="32644080" cy="6537960"/>
          </a:xfrm>
        </p:spPr>
        <p:txBody>
          <a:bodyPr anchor="t"/>
          <a:lstStyle>
            <a:lvl1pPr algn="l">
              <a:defRPr sz="16800" b="1" cap="all"/>
            </a:lvl1pPr>
          </a:lstStyle>
          <a:p>
            <a:r>
              <a:rPr lang="en-US"/>
              <a:t>Click to edit Master title style</a:t>
            </a:r>
          </a:p>
        </p:txBody>
      </p:sp>
      <p:sp>
        <p:nvSpPr>
          <p:cNvPr id="3" name="Text Placeholder 2"/>
          <p:cNvSpPr>
            <a:spLocks noGrp="1"/>
          </p:cNvSpPr>
          <p:nvPr>
            <p:ph type="body" idx="1"/>
          </p:nvPr>
        </p:nvSpPr>
        <p:spPr>
          <a:xfrm>
            <a:off x="3033714" y="13952225"/>
            <a:ext cx="32644080" cy="7200898"/>
          </a:xfrm>
        </p:spPr>
        <p:txBody>
          <a:bodyPr anchor="b"/>
          <a:lstStyle>
            <a:lvl1pPr marL="0" indent="0">
              <a:buNone/>
              <a:defRPr sz="8400">
                <a:solidFill>
                  <a:schemeClr val="tx1">
                    <a:tint val="75000"/>
                  </a:schemeClr>
                </a:solidFill>
              </a:defRPr>
            </a:lvl1pPr>
            <a:lvl2pPr marL="1920240" indent="0">
              <a:buNone/>
              <a:defRPr sz="7560">
                <a:solidFill>
                  <a:schemeClr val="tx1">
                    <a:tint val="75000"/>
                  </a:schemeClr>
                </a:solidFill>
              </a:defRPr>
            </a:lvl2pPr>
            <a:lvl3pPr marL="3840480" indent="0">
              <a:buNone/>
              <a:defRPr sz="6720">
                <a:solidFill>
                  <a:schemeClr val="tx1">
                    <a:tint val="75000"/>
                  </a:schemeClr>
                </a:solidFill>
              </a:defRPr>
            </a:lvl3pPr>
            <a:lvl4pPr marL="5760720" indent="0">
              <a:buNone/>
              <a:defRPr sz="5880">
                <a:solidFill>
                  <a:schemeClr val="tx1">
                    <a:tint val="75000"/>
                  </a:schemeClr>
                </a:solidFill>
              </a:defRPr>
            </a:lvl4pPr>
            <a:lvl5pPr marL="7680960" indent="0">
              <a:buNone/>
              <a:defRPr sz="5880">
                <a:solidFill>
                  <a:schemeClr val="tx1">
                    <a:tint val="75000"/>
                  </a:schemeClr>
                </a:solidFill>
              </a:defRPr>
            </a:lvl5pPr>
            <a:lvl6pPr marL="9601200" indent="0">
              <a:buNone/>
              <a:defRPr sz="5880">
                <a:solidFill>
                  <a:schemeClr val="tx1">
                    <a:tint val="75000"/>
                  </a:schemeClr>
                </a:solidFill>
              </a:defRPr>
            </a:lvl6pPr>
            <a:lvl7pPr marL="11521440" indent="0">
              <a:buNone/>
              <a:defRPr sz="5880">
                <a:solidFill>
                  <a:schemeClr val="tx1">
                    <a:tint val="75000"/>
                  </a:schemeClr>
                </a:solidFill>
              </a:defRPr>
            </a:lvl7pPr>
            <a:lvl8pPr marL="13441680" indent="0">
              <a:buNone/>
              <a:defRPr sz="5880">
                <a:solidFill>
                  <a:schemeClr val="tx1">
                    <a:tint val="75000"/>
                  </a:schemeClr>
                </a:solidFill>
              </a:defRPr>
            </a:lvl8pPr>
            <a:lvl9pPr marL="15361920" indent="0">
              <a:buNone/>
              <a:defRPr sz="588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02BAB4-8B8D-41DD-85C7-81A0CA962007}" type="datetimeFigureOut">
              <a:rPr lang="en-US" smtClean="0"/>
              <a:t>12/6/25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920240" y="7680963"/>
            <a:ext cx="16962120" cy="21724622"/>
          </a:xfrm>
        </p:spPr>
        <p:txBody>
          <a:bodyPr/>
          <a:lstStyle>
            <a:lvl1pPr>
              <a:defRPr sz="11760"/>
            </a:lvl1pPr>
            <a:lvl2pPr>
              <a:defRPr sz="10080"/>
            </a:lvl2pPr>
            <a:lvl3pPr>
              <a:defRPr sz="8400"/>
            </a:lvl3pPr>
            <a:lvl4pPr>
              <a:defRPr sz="7560"/>
            </a:lvl4pPr>
            <a:lvl5pPr>
              <a:defRPr sz="7560"/>
            </a:lvl5pPr>
            <a:lvl6pPr>
              <a:defRPr sz="7560"/>
            </a:lvl6pPr>
            <a:lvl7pPr>
              <a:defRPr sz="7560"/>
            </a:lvl7pPr>
            <a:lvl8pPr>
              <a:defRPr sz="7560"/>
            </a:lvl8pPr>
            <a:lvl9pPr>
              <a:defRPr sz="75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9522440" y="7680963"/>
            <a:ext cx="16962120" cy="21724622"/>
          </a:xfrm>
        </p:spPr>
        <p:txBody>
          <a:bodyPr/>
          <a:lstStyle>
            <a:lvl1pPr>
              <a:defRPr sz="11760"/>
            </a:lvl1pPr>
            <a:lvl2pPr>
              <a:defRPr sz="10080"/>
            </a:lvl2pPr>
            <a:lvl3pPr>
              <a:defRPr sz="8400"/>
            </a:lvl3pPr>
            <a:lvl4pPr>
              <a:defRPr sz="7560"/>
            </a:lvl4pPr>
            <a:lvl5pPr>
              <a:defRPr sz="7560"/>
            </a:lvl5pPr>
            <a:lvl6pPr>
              <a:defRPr sz="7560"/>
            </a:lvl6pPr>
            <a:lvl7pPr>
              <a:defRPr sz="7560"/>
            </a:lvl7pPr>
            <a:lvl8pPr>
              <a:defRPr sz="7560"/>
            </a:lvl8pPr>
            <a:lvl9pPr>
              <a:defRPr sz="75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102BAB4-8B8D-41DD-85C7-81A0CA962007}" type="datetimeFigureOut">
              <a:rPr lang="en-US" smtClean="0"/>
              <a:t>12/6/25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920240" y="7368542"/>
            <a:ext cx="16968789" cy="3070858"/>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4" name="Content Placeholder 3"/>
          <p:cNvSpPr>
            <a:spLocks noGrp="1"/>
          </p:cNvSpPr>
          <p:nvPr>
            <p:ph sz="half" idx="2"/>
          </p:nvPr>
        </p:nvSpPr>
        <p:spPr>
          <a:xfrm>
            <a:off x="1920240" y="10439400"/>
            <a:ext cx="16968789" cy="18966182"/>
          </a:xfrm>
        </p:spPr>
        <p:txBody>
          <a:bodyPr/>
          <a:lstStyle>
            <a:lvl1pPr>
              <a:defRPr sz="10080"/>
            </a:lvl1pPr>
            <a:lvl2pPr>
              <a:defRPr sz="8400"/>
            </a:lvl2pPr>
            <a:lvl3pPr>
              <a:defRPr sz="7560"/>
            </a:lvl3pPr>
            <a:lvl4pPr>
              <a:defRPr sz="6720"/>
            </a:lvl4pPr>
            <a:lvl5pPr>
              <a:defRPr sz="6720"/>
            </a:lvl5pPr>
            <a:lvl6pPr>
              <a:defRPr sz="6720"/>
            </a:lvl6pPr>
            <a:lvl7pPr>
              <a:defRPr sz="6720"/>
            </a:lvl7pPr>
            <a:lvl8pPr>
              <a:defRPr sz="6720"/>
            </a:lvl8pPr>
            <a:lvl9pPr>
              <a:defRPr sz="67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9509107" y="7368542"/>
            <a:ext cx="16975455" cy="3070858"/>
          </a:xfrm>
        </p:spPr>
        <p:txBody>
          <a:bodyPr anchor="b"/>
          <a:lstStyle>
            <a:lvl1pPr marL="0" indent="0">
              <a:buNone/>
              <a:defRPr sz="10080" b="1"/>
            </a:lvl1pPr>
            <a:lvl2pPr marL="1920240" indent="0">
              <a:buNone/>
              <a:defRPr sz="8400" b="1"/>
            </a:lvl2pPr>
            <a:lvl3pPr marL="3840480" indent="0">
              <a:buNone/>
              <a:defRPr sz="7560" b="1"/>
            </a:lvl3pPr>
            <a:lvl4pPr marL="5760720" indent="0">
              <a:buNone/>
              <a:defRPr sz="6720" b="1"/>
            </a:lvl4pPr>
            <a:lvl5pPr marL="7680960" indent="0">
              <a:buNone/>
              <a:defRPr sz="6720" b="1"/>
            </a:lvl5pPr>
            <a:lvl6pPr marL="9601200" indent="0">
              <a:buNone/>
              <a:defRPr sz="6720" b="1"/>
            </a:lvl6pPr>
            <a:lvl7pPr marL="11521440" indent="0">
              <a:buNone/>
              <a:defRPr sz="6720" b="1"/>
            </a:lvl7pPr>
            <a:lvl8pPr marL="13441680" indent="0">
              <a:buNone/>
              <a:defRPr sz="6720" b="1"/>
            </a:lvl8pPr>
            <a:lvl9pPr marL="15361920" indent="0">
              <a:buNone/>
              <a:defRPr sz="6720" b="1"/>
            </a:lvl9pPr>
          </a:lstStyle>
          <a:p>
            <a:pPr lvl="0"/>
            <a:r>
              <a:rPr lang="en-US"/>
              <a:t>Click to edit Master text styles</a:t>
            </a:r>
          </a:p>
        </p:txBody>
      </p:sp>
      <p:sp>
        <p:nvSpPr>
          <p:cNvPr id="6" name="Content Placeholder 5"/>
          <p:cNvSpPr>
            <a:spLocks noGrp="1"/>
          </p:cNvSpPr>
          <p:nvPr>
            <p:ph sz="quarter" idx="4"/>
          </p:nvPr>
        </p:nvSpPr>
        <p:spPr>
          <a:xfrm>
            <a:off x="19509107" y="10439400"/>
            <a:ext cx="16975455" cy="18966182"/>
          </a:xfrm>
        </p:spPr>
        <p:txBody>
          <a:bodyPr/>
          <a:lstStyle>
            <a:lvl1pPr>
              <a:defRPr sz="10080"/>
            </a:lvl1pPr>
            <a:lvl2pPr>
              <a:defRPr sz="8400"/>
            </a:lvl2pPr>
            <a:lvl3pPr>
              <a:defRPr sz="7560"/>
            </a:lvl3pPr>
            <a:lvl4pPr>
              <a:defRPr sz="6720"/>
            </a:lvl4pPr>
            <a:lvl5pPr>
              <a:defRPr sz="6720"/>
            </a:lvl5pPr>
            <a:lvl6pPr>
              <a:defRPr sz="6720"/>
            </a:lvl6pPr>
            <a:lvl7pPr>
              <a:defRPr sz="6720"/>
            </a:lvl7pPr>
            <a:lvl8pPr>
              <a:defRPr sz="6720"/>
            </a:lvl8pPr>
            <a:lvl9pPr>
              <a:defRPr sz="672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102BAB4-8B8D-41DD-85C7-81A0CA962007}" type="datetimeFigureOut">
              <a:rPr lang="en-US" smtClean="0"/>
              <a:t>12/6/25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02BAB4-8B8D-41DD-85C7-81A0CA962007}" type="datetimeFigureOut">
              <a:rPr lang="en-US" smtClean="0"/>
              <a:t>12/6/25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102BAB4-8B8D-41DD-85C7-81A0CA962007}" type="datetimeFigureOut">
              <a:rPr lang="en-US" smtClean="0"/>
              <a:t>12/6/25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920243" y="1310640"/>
            <a:ext cx="12634914" cy="5577840"/>
          </a:xfrm>
        </p:spPr>
        <p:txBody>
          <a:bodyPr anchor="b"/>
          <a:lstStyle>
            <a:lvl1pPr algn="l">
              <a:defRPr sz="8400" b="1"/>
            </a:lvl1pPr>
          </a:lstStyle>
          <a:p>
            <a:r>
              <a:rPr lang="en-US"/>
              <a:t>Click to edit Master title style</a:t>
            </a:r>
          </a:p>
        </p:txBody>
      </p:sp>
      <p:sp>
        <p:nvSpPr>
          <p:cNvPr id="3" name="Content Placeholder 2"/>
          <p:cNvSpPr>
            <a:spLocks noGrp="1"/>
          </p:cNvSpPr>
          <p:nvPr>
            <p:ph idx="1"/>
          </p:nvPr>
        </p:nvSpPr>
        <p:spPr>
          <a:xfrm>
            <a:off x="15015210" y="1310643"/>
            <a:ext cx="21469350" cy="28094942"/>
          </a:xfrm>
        </p:spPr>
        <p:txBody>
          <a:bodyPr/>
          <a:lstStyle>
            <a:lvl1pPr>
              <a:defRPr sz="13440"/>
            </a:lvl1pPr>
            <a:lvl2pPr>
              <a:defRPr sz="11760"/>
            </a:lvl2pPr>
            <a:lvl3pPr>
              <a:defRPr sz="10080"/>
            </a:lvl3pPr>
            <a:lvl4pPr>
              <a:defRPr sz="8400"/>
            </a:lvl4pPr>
            <a:lvl5pPr>
              <a:defRPr sz="8400"/>
            </a:lvl5pPr>
            <a:lvl6pPr>
              <a:defRPr sz="8400"/>
            </a:lvl6pPr>
            <a:lvl7pPr>
              <a:defRPr sz="8400"/>
            </a:lvl7pPr>
            <a:lvl8pPr>
              <a:defRPr sz="8400"/>
            </a:lvl8pPr>
            <a:lvl9pPr>
              <a:defRPr sz="8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920243" y="6888483"/>
            <a:ext cx="12634914" cy="22517102"/>
          </a:xfrm>
        </p:spPr>
        <p:txBody>
          <a:bodyPr/>
          <a:lstStyle>
            <a:lvl1pPr marL="0" indent="0">
              <a:buNone/>
              <a:defRPr sz="5880"/>
            </a:lvl1pPr>
            <a:lvl2pPr marL="1920240" indent="0">
              <a:buNone/>
              <a:defRPr sz="5040"/>
            </a:lvl2pPr>
            <a:lvl3pPr marL="3840480" indent="0">
              <a:buNone/>
              <a:defRPr sz="4200"/>
            </a:lvl3pPr>
            <a:lvl4pPr marL="5760720" indent="0">
              <a:buNone/>
              <a:defRPr sz="3780"/>
            </a:lvl4pPr>
            <a:lvl5pPr marL="7680960" indent="0">
              <a:buNone/>
              <a:defRPr sz="3780"/>
            </a:lvl5pPr>
            <a:lvl6pPr marL="9601200" indent="0">
              <a:buNone/>
              <a:defRPr sz="3780"/>
            </a:lvl6pPr>
            <a:lvl7pPr marL="11521440" indent="0">
              <a:buNone/>
              <a:defRPr sz="3780"/>
            </a:lvl7pPr>
            <a:lvl8pPr marL="13441680" indent="0">
              <a:buNone/>
              <a:defRPr sz="3780"/>
            </a:lvl8pPr>
            <a:lvl9pPr marL="15361920" indent="0">
              <a:buNone/>
              <a:defRPr sz="3780"/>
            </a:lvl9pPr>
          </a:lstStyle>
          <a:p>
            <a:pPr lvl="0"/>
            <a:r>
              <a:rPr lang="en-US"/>
              <a:t>Click to edit Master text styles</a:t>
            </a:r>
          </a:p>
        </p:txBody>
      </p:sp>
      <p:sp>
        <p:nvSpPr>
          <p:cNvPr id="5" name="Date Placeholder 4"/>
          <p:cNvSpPr>
            <a:spLocks noGrp="1"/>
          </p:cNvSpPr>
          <p:nvPr>
            <p:ph type="dt" sz="half" idx="10"/>
          </p:nvPr>
        </p:nvSpPr>
        <p:spPr/>
        <p:txBody>
          <a:bodyPr/>
          <a:lstStyle/>
          <a:p>
            <a:fld id="{8102BAB4-8B8D-41DD-85C7-81A0CA962007}" type="datetimeFigureOut">
              <a:rPr lang="en-US" smtClean="0"/>
              <a:t>12/6/25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527609" y="23042880"/>
            <a:ext cx="23042880" cy="2720342"/>
          </a:xfrm>
        </p:spPr>
        <p:txBody>
          <a:bodyPr anchor="b"/>
          <a:lstStyle>
            <a:lvl1pPr algn="l">
              <a:defRPr sz="8400" b="1"/>
            </a:lvl1pPr>
          </a:lstStyle>
          <a:p>
            <a:r>
              <a:rPr lang="en-US"/>
              <a:t>Click to edit Master title style</a:t>
            </a:r>
          </a:p>
        </p:txBody>
      </p:sp>
      <p:sp>
        <p:nvSpPr>
          <p:cNvPr id="3" name="Picture Placeholder 2"/>
          <p:cNvSpPr>
            <a:spLocks noGrp="1"/>
          </p:cNvSpPr>
          <p:nvPr>
            <p:ph type="pic" idx="1"/>
          </p:nvPr>
        </p:nvSpPr>
        <p:spPr>
          <a:xfrm>
            <a:off x="7527609" y="2941320"/>
            <a:ext cx="23042880" cy="19751040"/>
          </a:xfrm>
        </p:spPr>
        <p:txBody>
          <a:bodyPr/>
          <a:lstStyle>
            <a:lvl1pPr marL="0" indent="0">
              <a:buNone/>
              <a:defRPr sz="13440"/>
            </a:lvl1pPr>
            <a:lvl2pPr marL="1920240" indent="0">
              <a:buNone/>
              <a:defRPr sz="11760"/>
            </a:lvl2pPr>
            <a:lvl3pPr marL="3840480" indent="0">
              <a:buNone/>
              <a:defRPr sz="10080"/>
            </a:lvl3pPr>
            <a:lvl4pPr marL="5760720" indent="0">
              <a:buNone/>
              <a:defRPr sz="8400"/>
            </a:lvl4pPr>
            <a:lvl5pPr marL="7680960" indent="0">
              <a:buNone/>
              <a:defRPr sz="8400"/>
            </a:lvl5pPr>
            <a:lvl6pPr marL="9601200" indent="0">
              <a:buNone/>
              <a:defRPr sz="8400"/>
            </a:lvl6pPr>
            <a:lvl7pPr marL="11521440" indent="0">
              <a:buNone/>
              <a:defRPr sz="8400"/>
            </a:lvl7pPr>
            <a:lvl8pPr marL="13441680" indent="0">
              <a:buNone/>
              <a:defRPr sz="8400"/>
            </a:lvl8pPr>
            <a:lvl9pPr marL="15361920" indent="0">
              <a:buNone/>
              <a:defRPr sz="8400"/>
            </a:lvl9pPr>
          </a:lstStyle>
          <a:p>
            <a:endParaRPr lang="en-US"/>
          </a:p>
        </p:txBody>
      </p:sp>
      <p:sp>
        <p:nvSpPr>
          <p:cNvPr id="4" name="Text Placeholder 3"/>
          <p:cNvSpPr>
            <a:spLocks noGrp="1"/>
          </p:cNvSpPr>
          <p:nvPr>
            <p:ph type="body" sz="half" idx="2"/>
          </p:nvPr>
        </p:nvSpPr>
        <p:spPr>
          <a:xfrm>
            <a:off x="7527609" y="25763222"/>
            <a:ext cx="23042880" cy="3863338"/>
          </a:xfrm>
        </p:spPr>
        <p:txBody>
          <a:bodyPr/>
          <a:lstStyle>
            <a:lvl1pPr marL="0" indent="0">
              <a:buNone/>
              <a:defRPr sz="5880"/>
            </a:lvl1pPr>
            <a:lvl2pPr marL="1920240" indent="0">
              <a:buNone/>
              <a:defRPr sz="5040"/>
            </a:lvl2pPr>
            <a:lvl3pPr marL="3840480" indent="0">
              <a:buNone/>
              <a:defRPr sz="4200"/>
            </a:lvl3pPr>
            <a:lvl4pPr marL="5760720" indent="0">
              <a:buNone/>
              <a:defRPr sz="3780"/>
            </a:lvl4pPr>
            <a:lvl5pPr marL="7680960" indent="0">
              <a:buNone/>
              <a:defRPr sz="3780"/>
            </a:lvl5pPr>
            <a:lvl6pPr marL="9601200" indent="0">
              <a:buNone/>
              <a:defRPr sz="3780"/>
            </a:lvl6pPr>
            <a:lvl7pPr marL="11521440" indent="0">
              <a:buNone/>
              <a:defRPr sz="3780"/>
            </a:lvl7pPr>
            <a:lvl8pPr marL="13441680" indent="0">
              <a:buNone/>
              <a:defRPr sz="3780"/>
            </a:lvl8pPr>
            <a:lvl9pPr marL="15361920" indent="0">
              <a:buNone/>
              <a:defRPr sz="3780"/>
            </a:lvl9pPr>
          </a:lstStyle>
          <a:p>
            <a:pPr lvl="0"/>
            <a:r>
              <a:rPr lang="en-US"/>
              <a:t>Click to edit Master text styles</a:t>
            </a:r>
          </a:p>
        </p:txBody>
      </p:sp>
      <p:sp>
        <p:nvSpPr>
          <p:cNvPr id="5" name="Date Placeholder 4"/>
          <p:cNvSpPr>
            <a:spLocks noGrp="1"/>
          </p:cNvSpPr>
          <p:nvPr>
            <p:ph type="dt" sz="half" idx="10"/>
          </p:nvPr>
        </p:nvSpPr>
        <p:spPr/>
        <p:txBody>
          <a:bodyPr/>
          <a:lstStyle/>
          <a:p>
            <a:fld id="{8102BAB4-8B8D-41DD-85C7-81A0CA962007}" type="datetimeFigureOut">
              <a:rPr lang="en-US" smtClean="0"/>
              <a:t>12/6/25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7843480" y="1318265"/>
            <a:ext cx="864108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920240" y="1318265"/>
            <a:ext cx="2528316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102BAB4-8B8D-41DD-85C7-81A0CA962007}" type="datetimeFigureOut">
              <a:rPr lang="en-US" smtClean="0"/>
              <a:t>12/6/25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044824F-EBE0-443F-8A8F-F64816AF04D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920240" y="1318262"/>
            <a:ext cx="34564320" cy="54864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920240" y="7680963"/>
            <a:ext cx="34564320" cy="217246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920240" y="30510482"/>
            <a:ext cx="8961120" cy="1752600"/>
          </a:xfrm>
          <a:prstGeom prst="rect">
            <a:avLst/>
          </a:prstGeom>
        </p:spPr>
        <p:txBody>
          <a:bodyPr vert="horz" lIns="91440" tIns="45720" rIns="91440" bIns="45720" rtlCol="0" anchor="ctr"/>
          <a:lstStyle>
            <a:lvl1pPr algn="l">
              <a:defRPr sz="5040">
                <a:solidFill>
                  <a:schemeClr val="tx1">
                    <a:tint val="75000"/>
                  </a:schemeClr>
                </a:solidFill>
              </a:defRPr>
            </a:lvl1pPr>
          </a:lstStyle>
          <a:p>
            <a:fld id="{8102BAB4-8B8D-41DD-85C7-81A0CA962007}" type="datetimeFigureOut">
              <a:rPr lang="en-US" smtClean="0"/>
              <a:t>12/6/25</a:t>
            </a:fld>
            <a:endParaRPr lang="en-US"/>
          </a:p>
        </p:txBody>
      </p:sp>
      <p:sp>
        <p:nvSpPr>
          <p:cNvPr id="5" name="Footer Placeholder 4"/>
          <p:cNvSpPr>
            <a:spLocks noGrp="1"/>
          </p:cNvSpPr>
          <p:nvPr>
            <p:ph type="ftr" sz="quarter" idx="3"/>
          </p:nvPr>
        </p:nvSpPr>
        <p:spPr>
          <a:xfrm>
            <a:off x="13121640" y="30510482"/>
            <a:ext cx="12161520" cy="1752600"/>
          </a:xfrm>
          <a:prstGeom prst="rect">
            <a:avLst/>
          </a:prstGeom>
        </p:spPr>
        <p:txBody>
          <a:bodyPr vert="horz" lIns="91440" tIns="45720" rIns="91440" bIns="45720" rtlCol="0" anchor="ctr"/>
          <a:lstStyle>
            <a:lvl1pPr algn="ctr">
              <a:defRPr sz="504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7523440" y="30510482"/>
            <a:ext cx="8961120" cy="1752600"/>
          </a:xfrm>
          <a:prstGeom prst="rect">
            <a:avLst/>
          </a:prstGeom>
        </p:spPr>
        <p:txBody>
          <a:bodyPr vert="horz" lIns="91440" tIns="45720" rIns="91440" bIns="45720" rtlCol="0" anchor="ctr"/>
          <a:lstStyle>
            <a:lvl1pPr algn="r">
              <a:defRPr sz="5040">
                <a:solidFill>
                  <a:schemeClr val="tx1">
                    <a:tint val="75000"/>
                  </a:schemeClr>
                </a:solidFill>
              </a:defRPr>
            </a:lvl1pPr>
          </a:lstStyle>
          <a:p>
            <a:fld id="{B044824F-EBE0-443F-8A8F-F64816AF04D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389120" rtl="0" eaLnBrk="1" latinLnBrk="0" hangingPunct="1">
        <a:spcBef>
          <a:spcPct val="0"/>
        </a:spcBef>
        <a:buNone/>
        <a:defRPr sz="21120" kern="1200">
          <a:solidFill>
            <a:schemeClr val="tx1"/>
          </a:solidFill>
          <a:latin typeface="+mj-lt"/>
          <a:ea typeface="+mj-ea"/>
          <a:cs typeface="+mj-cs"/>
        </a:defRPr>
      </a:lvl1pPr>
    </p:titleStyle>
    <p:bodyStyle>
      <a:lvl1pPr marL="1645920" indent="-1645920" algn="l" defTabSz="4389120" rtl="0" eaLnBrk="1" latinLnBrk="0" hangingPunct="1">
        <a:spcBef>
          <a:spcPct val="20000"/>
        </a:spcBef>
        <a:buFont typeface="Arial" pitchFamily="34" charset="0"/>
        <a:buChar char="•"/>
        <a:defRPr sz="15360" kern="1200">
          <a:solidFill>
            <a:schemeClr val="tx1"/>
          </a:solidFill>
          <a:latin typeface="+mn-lt"/>
          <a:ea typeface="+mn-ea"/>
          <a:cs typeface="+mn-cs"/>
        </a:defRPr>
      </a:lvl1pPr>
      <a:lvl2pPr marL="3566160" indent="-1371600" algn="l" defTabSz="4389120" rtl="0" eaLnBrk="1" latinLnBrk="0" hangingPunct="1">
        <a:spcBef>
          <a:spcPct val="20000"/>
        </a:spcBef>
        <a:buFont typeface="Arial" pitchFamily="34" charset="0"/>
        <a:buChar char="–"/>
        <a:defRPr sz="13440" kern="1200">
          <a:solidFill>
            <a:schemeClr val="tx1"/>
          </a:solidFill>
          <a:latin typeface="+mn-lt"/>
          <a:ea typeface="+mn-ea"/>
          <a:cs typeface="+mn-cs"/>
        </a:defRPr>
      </a:lvl2pPr>
      <a:lvl3pPr marL="5486400" indent="-1097280" algn="l" defTabSz="4389120" rtl="0" eaLnBrk="1" latinLnBrk="0" hangingPunct="1">
        <a:spcBef>
          <a:spcPct val="20000"/>
        </a:spcBef>
        <a:buFont typeface="Arial" pitchFamily="34" charset="0"/>
        <a:buChar char="•"/>
        <a:defRPr sz="11520" kern="1200">
          <a:solidFill>
            <a:schemeClr val="tx1"/>
          </a:solidFill>
          <a:latin typeface="+mn-lt"/>
          <a:ea typeface="+mn-ea"/>
          <a:cs typeface="+mn-cs"/>
        </a:defRPr>
      </a:lvl3pPr>
      <a:lvl4pPr marL="768096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52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7008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464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920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3760" indent="-1097280" algn="l" defTabSz="438912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microsoft.com/office/2007/relationships/diagramDrawing" Target="../diagrams/drawing1.xml"/><Relationship Id="rId18" Type="http://schemas.microsoft.com/office/2007/relationships/diagramDrawing" Target="../diagrams/drawing2.xml"/><Relationship Id="rId26" Type="http://schemas.openxmlformats.org/officeDocument/2006/relationships/image" Target="../media/image9.png"/><Relationship Id="rId3" Type="http://schemas.openxmlformats.org/officeDocument/2006/relationships/image" Target="../media/image1.jpeg"/><Relationship Id="rId21" Type="http://schemas.openxmlformats.org/officeDocument/2006/relationships/diagramQuickStyle" Target="../diagrams/quickStyle3.xml"/><Relationship Id="rId7" Type="http://schemas.openxmlformats.org/officeDocument/2006/relationships/image" Target="../media/image5.png"/><Relationship Id="rId12" Type="http://schemas.openxmlformats.org/officeDocument/2006/relationships/diagramColors" Target="../diagrams/colors1.xml"/><Relationship Id="rId17" Type="http://schemas.openxmlformats.org/officeDocument/2006/relationships/diagramColors" Target="../diagrams/colors2.xml"/><Relationship Id="rId25" Type="http://schemas.openxmlformats.org/officeDocument/2006/relationships/image" Target="../media/image8.png"/><Relationship Id="rId2" Type="http://schemas.openxmlformats.org/officeDocument/2006/relationships/notesSlide" Target="../notesSlides/notesSlide1.xml"/><Relationship Id="rId16" Type="http://schemas.openxmlformats.org/officeDocument/2006/relationships/diagramQuickStyle" Target="../diagrams/quickStyle2.xml"/><Relationship Id="rId20" Type="http://schemas.openxmlformats.org/officeDocument/2006/relationships/diagramLayout" Target="../diagrams/layout3.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diagramQuickStyle" Target="../diagrams/quickStyle1.xml"/><Relationship Id="rId24" Type="http://schemas.openxmlformats.org/officeDocument/2006/relationships/image" Target="../media/image7.png"/><Relationship Id="rId5" Type="http://schemas.openxmlformats.org/officeDocument/2006/relationships/image" Target="../media/image3.png"/><Relationship Id="rId15" Type="http://schemas.openxmlformats.org/officeDocument/2006/relationships/diagramLayout" Target="../diagrams/layout2.xml"/><Relationship Id="rId23" Type="http://schemas.microsoft.com/office/2007/relationships/diagramDrawing" Target="../diagrams/drawing3.xml"/><Relationship Id="rId28" Type="http://schemas.openxmlformats.org/officeDocument/2006/relationships/hyperlink" Target="http://dx.doi.org/10.5399/osu/cat_osac.6.1.4906" TargetMode="External"/><Relationship Id="rId10" Type="http://schemas.openxmlformats.org/officeDocument/2006/relationships/diagramLayout" Target="../diagrams/layout1.xml"/><Relationship Id="rId19" Type="http://schemas.openxmlformats.org/officeDocument/2006/relationships/diagramData" Target="../diagrams/data3.xml"/><Relationship Id="rId4" Type="http://schemas.openxmlformats.org/officeDocument/2006/relationships/image" Target="../media/image2.emf"/><Relationship Id="rId9" Type="http://schemas.openxmlformats.org/officeDocument/2006/relationships/diagramData" Target="../diagrams/data1.xml"/><Relationship Id="rId14" Type="http://schemas.openxmlformats.org/officeDocument/2006/relationships/diagramData" Target="../diagrams/data2.xml"/><Relationship Id="rId22" Type="http://schemas.openxmlformats.org/officeDocument/2006/relationships/diagramColors" Target="../diagrams/colors3.xml"/><Relationship Id="rId2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93" name="Straight Connector 92">
            <a:extLst>
              <a:ext uri="{FF2B5EF4-FFF2-40B4-BE49-F238E27FC236}">
                <a16:creationId xmlns:a16="http://schemas.microsoft.com/office/drawing/2014/main" id="{5346F51B-8062-7FE8-9B1D-218ADCCDA974}"/>
              </a:ext>
            </a:extLst>
          </p:cNvPr>
          <p:cNvCxnSpPr/>
          <p:nvPr/>
        </p:nvCxnSpPr>
        <p:spPr>
          <a:xfrm>
            <a:off x="17145000" y="17297400"/>
            <a:ext cx="689818" cy="0"/>
          </a:xfrm>
          <a:prstGeom prst="line">
            <a:avLst/>
          </a:prstGeom>
        </p:spPr>
        <p:style>
          <a:lnRef idx="1">
            <a:schemeClr val="accent1"/>
          </a:lnRef>
          <a:fillRef idx="0">
            <a:schemeClr val="accent1"/>
          </a:fillRef>
          <a:effectRef idx="0">
            <a:schemeClr val="accent1"/>
          </a:effectRef>
          <a:fontRef idx="minor">
            <a:schemeClr val="tx1"/>
          </a:fontRef>
        </p:style>
      </p:cxnSp>
      <p:pic>
        <p:nvPicPr>
          <p:cNvPr id="1026" name="Picture 2" descr="green laser vectors on black background">
            <a:extLst>
              <a:ext uri="{FF2B5EF4-FFF2-40B4-BE49-F238E27FC236}">
                <a16:creationId xmlns:a16="http://schemas.microsoft.com/office/drawing/2014/main" id="{79BC50AF-CFDD-F7EC-5BE9-E31F026A36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705" y="2721886"/>
            <a:ext cx="36737924" cy="3418592"/>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314325" y="2390775"/>
            <a:ext cx="37776151" cy="28070175"/>
          </a:xfrm>
          <a:prstGeom prst="rect">
            <a:avLst/>
          </a:prstGeom>
          <a:noFill/>
          <a:ln w="1016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solidFill>
                <a:schemeClr val="tx1"/>
              </a:solidFill>
            </a:endParaRPr>
          </a:p>
        </p:txBody>
      </p:sp>
      <p:sp>
        <p:nvSpPr>
          <p:cNvPr id="5" name="Snip Diagonal Corner Rectangle 4"/>
          <p:cNvSpPr/>
          <p:nvPr/>
        </p:nvSpPr>
        <p:spPr>
          <a:xfrm>
            <a:off x="8295542" y="2724149"/>
            <a:ext cx="22184458" cy="3404754"/>
          </a:xfrm>
          <a:prstGeom prst="rect">
            <a:avLst/>
          </a:prstGeom>
          <a:solidFill>
            <a:schemeClr val="bg1">
              <a:lumMod val="75000"/>
              <a:alpha val="71373"/>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grpSp>
        <p:nvGrpSpPr>
          <p:cNvPr id="39" name="Group 38"/>
          <p:cNvGrpSpPr/>
          <p:nvPr/>
        </p:nvGrpSpPr>
        <p:grpSpPr>
          <a:xfrm>
            <a:off x="792286" y="6544435"/>
            <a:ext cx="10283766" cy="9087523"/>
            <a:chOff x="914400" y="6478997"/>
            <a:chExt cx="11658600" cy="6901779"/>
          </a:xfrm>
          <a:solidFill>
            <a:schemeClr val="bg1"/>
          </a:solidFill>
        </p:grpSpPr>
        <p:sp>
          <p:nvSpPr>
            <p:cNvPr id="34" name="Rectangle 33"/>
            <p:cNvSpPr/>
            <p:nvPr/>
          </p:nvSpPr>
          <p:spPr>
            <a:xfrm>
              <a:off x="914400" y="6762267"/>
              <a:ext cx="11658600" cy="6618509"/>
            </a:xfrm>
            <a:prstGeom prst="rect">
              <a:avLst/>
            </a:prstGeom>
            <a:grp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2000" dirty="0">
                <a:solidFill>
                  <a:schemeClr val="tx1"/>
                </a:solidFill>
              </a:endParaRPr>
            </a:p>
          </p:txBody>
        </p:sp>
        <p:sp>
          <p:nvSpPr>
            <p:cNvPr id="17" name="TextBox 16"/>
            <p:cNvSpPr txBox="1"/>
            <p:nvPr/>
          </p:nvSpPr>
          <p:spPr>
            <a:xfrm>
              <a:off x="4145744" y="6478996"/>
              <a:ext cx="5193851" cy="965929"/>
            </a:xfrm>
            <a:prstGeom prst="rect">
              <a:avLst/>
            </a:prstGeom>
            <a:grpFill/>
          </p:spPr>
          <p:txBody>
            <a:bodyPr wrap="square" rtlCol="0">
              <a:spAutoFit/>
            </a:bodyPr>
            <a:lstStyle/>
            <a:p>
              <a:pPr algn="ctr"/>
              <a:r>
                <a:rPr lang="en-US" sz="4725" dirty="0">
                  <a:latin typeface="Bangla MN" charset="0"/>
                  <a:ea typeface="Bangla MN" charset="0"/>
                  <a:cs typeface="Bangla MN" charset="0"/>
                </a:rPr>
                <a:t>Introduction</a:t>
              </a:r>
            </a:p>
          </p:txBody>
        </p:sp>
      </p:grpSp>
      <p:grpSp>
        <p:nvGrpSpPr>
          <p:cNvPr id="43" name="Group 42"/>
          <p:cNvGrpSpPr/>
          <p:nvPr/>
        </p:nvGrpSpPr>
        <p:grpSpPr>
          <a:xfrm>
            <a:off x="27342555" y="21763620"/>
            <a:ext cx="10394395" cy="8192783"/>
            <a:chOff x="845736" y="18217490"/>
            <a:chExt cx="11929274" cy="7827920"/>
          </a:xfrm>
        </p:grpSpPr>
        <p:sp>
          <p:nvSpPr>
            <p:cNvPr id="44" name="Rectangle 43"/>
            <p:cNvSpPr/>
            <p:nvPr/>
          </p:nvSpPr>
          <p:spPr>
            <a:xfrm>
              <a:off x="845736" y="18895071"/>
              <a:ext cx="11929274" cy="7150339"/>
            </a:xfrm>
            <a:prstGeom prst="rect">
              <a:avLst/>
            </a:pr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45" name="TextBox 44"/>
            <p:cNvSpPr txBox="1"/>
            <p:nvPr/>
          </p:nvSpPr>
          <p:spPr>
            <a:xfrm>
              <a:off x="4178059" y="18217490"/>
              <a:ext cx="5389812" cy="1604481"/>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References</a:t>
              </a:r>
            </a:p>
          </p:txBody>
        </p:sp>
      </p:grpSp>
      <p:sp>
        <p:nvSpPr>
          <p:cNvPr id="47" name="Rectangle 46"/>
          <p:cNvSpPr/>
          <p:nvPr/>
        </p:nvSpPr>
        <p:spPr>
          <a:xfrm>
            <a:off x="27311054" y="6922906"/>
            <a:ext cx="10425896" cy="14870294"/>
          </a:xfrm>
          <a:prstGeom prst="rect">
            <a:avLst/>
          </a:prstGeom>
          <a:no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52" name="TextBox 51"/>
          <p:cNvSpPr txBox="1"/>
          <p:nvPr/>
        </p:nvSpPr>
        <p:spPr>
          <a:xfrm>
            <a:off x="8717457" y="3034863"/>
            <a:ext cx="20969885" cy="1061829"/>
          </a:xfrm>
          <a:prstGeom prst="rect">
            <a:avLst/>
          </a:prstGeom>
          <a:noFill/>
        </p:spPr>
        <p:txBody>
          <a:bodyPr wrap="square" rtlCol="0">
            <a:spAutoFit/>
          </a:bodyPr>
          <a:lstStyle/>
          <a:p>
            <a:pPr algn="ctr"/>
            <a:r>
              <a:rPr lang="en-US" sz="6300" b="1" dirty="0">
                <a:ln w="3175">
                  <a:noFill/>
                </a:ln>
                <a:latin typeface="Bangla MN" charset="0"/>
                <a:ea typeface="Bangla MN" charset="0"/>
                <a:cs typeface="Bangla MN" charset="0"/>
              </a:rPr>
              <a:t>Oregon Coastal Bee Visitations of Native and Nonnative Plants</a:t>
            </a:r>
          </a:p>
        </p:txBody>
      </p:sp>
      <p:sp>
        <p:nvSpPr>
          <p:cNvPr id="53" name="TextBox 52"/>
          <p:cNvSpPr txBox="1"/>
          <p:nvPr/>
        </p:nvSpPr>
        <p:spPr>
          <a:xfrm>
            <a:off x="29687343" y="6613675"/>
            <a:ext cx="6023462" cy="819455"/>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Conclusions</a:t>
            </a:r>
          </a:p>
        </p:txBody>
      </p:sp>
      <p:sp>
        <p:nvSpPr>
          <p:cNvPr id="115" name="TextBox 114"/>
          <p:cNvSpPr txBox="1"/>
          <p:nvPr/>
        </p:nvSpPr>
        <p:spPr>
          <a:xfrm>
            <a:off x="818078" y="4813653"/>
            <a:ext cx="36671250" cy="732260"/>
          </a:xfrm>
          <a:prstGeom prst="rect">
            <a:avLst/>
          </a:prstGeom>
          <a:noFill/>
        </p:spPr>
        <p:txBody>
          <a:bodyPr wrap="square" rtlCol="0">
            <a:spAutoFit/>
          </a:bodyPr>
          <a:lstStyle/>
          <a:p>
            <a:pPr algn="ctr"/>
            <a:r>
              <a:rPr lang="en-US" sz="4200" b="1" dirty="0">
                <a:latin typeface="Bangla MN" charset="0"/>
                <a:ea typeface="Bangla MN" charset="0"/>
                <a:cs typeface="Bangla MN" charset="0"/>
              </a:rPr>
              <a:t>Chu Lei, Jennifer Linnaea</a:t>
            </a:r>
            <a:endParaRPr lang="en-US" sz="4200" b="1" baseline="30000" dirty="0">
              <a:latin typeface="Bangla MN" charset="0"/>
              <a:ea typeface="Bangla MN" charset="0"/>
              <a:cs typeface="Bangla MN" charset="0"/>
            </a:endParaRPr>
          </a:p>
        </p:txBody>
      </p:sp>
      <p:grpSp>
        <p:nvGrpSpPr>
          <p:cNvPr id="40" name="Group 39"/>
          <p:cNvGrpSpPr/>
          <p:nvPr/>
        </p:nvGrpSpPr>
        <p:grpSpPr>
          <a:xfrm>
            <a:off x="11454545" y="14984643"/>
            <a:ext cx="15534484" cy="14971761"/>
            <a:chOff x="939939" y="20148725"/>
            <a:chExt cx="11616995" cy="9845368"/>
          </a:xfrm>
        </p:grpSpPr>
        <p:sp>
          <p:nvSpPr>
            <p:cNvPr id="41" name="Rectangle 40"/>
            <p:cNvSpPr/>
            <p:nvPr/>
          </p:nvSpPr>
          <p:spPr>
            <a:xfrm>
              <a:off x="939939" y="20375006"/>
              <a:ext cx="11616995" cy="9619087"/>
            </a:xfrm>
            <a:prstGeom prst="rect">
              <a:avLst/>
            </a:prstGeom>
            <a:noFill/>
            <a:ln w="7620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dirty="0"/>
            </a:p>
          </p:txBody>
        </p:sp>
        <p:sp>
          <p:nvSpPr>
            <p:cNvPr id="42" name="TextBox 41"/>
            <p:cNvSpPr txBox="1"/>
            <p:nvPr/>
          </p:nvSpPr>
          <p:spPr>
            <a:xfrm>
              <a:off x="5166029" y="20148725"/>
              <a:ext cx="2248125" cy="538870"/>
            </a:xfrm>
            <a:prstGeom prst="rect">
              <a:avLst/>
            </a:prstGeom>
            <a:solidFill>
              <a:schemeClr val="bg1"/>
            </a:solidFill>
            <a:ln>
              <a:noFill/>
            </a:ln>
          </p:spPr>
          <p:txBody>
            <a:bodyPr wrap="square" rtlCol="0">
              <a:spAutoFit/>
            </a:bodyPr>
            <a:lstStyle/>
            <a:p>
              <a:pPr algn="ctr"/>
              <a:r>
                <a:rPr lang="en-US" sz="4725" dirty="0">
                  <a:latin typeface="Bangla MN" charset="0"/>
                  <a:ea typeface="Bangla MN" charset="0"/>
                  <a:cs typeface="Bangla MN" charset="0"/>
                </a:rPr>
                <a:t>Result 2</a:t>
              </a:r>
            </a:p>
          </p:txBody>
        </p:sp>
      </p:grpSp>
      <p:sp>
        <p:nvSpPr>
          <p:cNvPr id="30" name="TextBox 29">
            <a:extLst>
              <a:ext uri="{FF2B5EF4-FFF2-40B4-BE49-F238E27FC236}">
                <a16:creationId xmlns:a16="http://schemas.microsoft.com/office/drawing/2014/main" id="{EABD6380-F16B-42AE-AB20-AED81D8BA8F5}"/>
              </a:ext>
            </a:extLst>
          </p:cNvPr>
          <p:cNvSpPr txBox="1"/>
          <p:nvPr/>
        </p:nvSpPr>
        <p:spPr>
          <a:xfrm>
            <a:off x="784740" y="5513731"/>
            <a:ext cx="36737926" cy="577081"/>
          </a:xfrm>
          <a:prstGeom prst="rect">
            <a:avLst/>
          </a:prstGeom>
          <a:noFill/>
        </p:spPr>
        <p:txBody>
          <a:bodyPr wrap="square" rtlCol="0">
            <a:spAutoFit/>
          </a:bodyPr>
          <a:lstStyle/>
          <a:p>
            <a:pPr algn="ctr"/>
            <a:r>
              <a:rPr lang="en-US" sz="3150" dirty="0">
                <a:latin typeface="Bangla MN" charset="0"/>
                <a:ea typeface="Bangla MN" charset="0"/>
                <a:cs typeface="Bangla MN" charset="0"/>
              </a:rPr>
              <a:t>University of Oregon, Department of Biology</a:t>
            </a:r>
          </a:p>
        </p:txBody>
      </p:sp>
      <p:grpSp>
        <p:nvGrpSpPr>
          <p:cNvPr id="37" name="Group 36"/>
          <p:cNvGrpSpPr/>
          <p:nvPr/>
        </p:nvGrpSpPr>
        <p:grpSpPr>
          <a:xfrm>
            <a:off x="792286" y="15911930"/>
            <a:ext cx="10283766" cy="2837944"/>
            <a:chOff x="914401" y="21664741"/>
            <a:chExt cx="11609976" cy="10339262"/>
          </a:xfrm>
          <a:solidFill>
            <a:schemeClr val="bg1"/>
          </a:solidFill>
        </p:grpSpPr>
        <p:sp>
          <p:nvSpPr>
            <p:cNvPr id="35" name="Rectangle 34"/>
            <p:cNvSpPr/>
            <p:nvPr/>
          </p:nvSpPr>
          <p:spPr>
            <a:xfrm>
              <a:off x="914401" y="22826065"/>
              <a:ext cx="11609976" cy="9177938"/>
            </a:xfrm>
            <a:prstGeom prst="rect">
              <a:avLst/>
            </a:prstGeom>
            <a:gr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chemeClr val="tx1"/>
                </a:solidFill>
              </a:endParaRPr>
            </a:p>
          </p:txBody>
        </p:sp>
        <p:sp>
          <p:nvSpPr>
            <p:cNvPr id="36" name="TextBox 35"/>
            <p:cNvSpPr txBox="1"/>
            <p:nvPr/>
          </p:nvSpPr>
          <p:spPr>
            <a:xfrm>
              <a:off x="2743761" y="21664741"/>
              <a:ext cx="7647912" cy="2985457"/>
            </a:xfrm>
            <a:prstGeom prst="rect">
              <a:avLst/>
            </a:prstGeom>
            <a:grpFill/>
            <a:ln>
              <a:noFill/>
            </a:ln>
          </p:spPr>
          <p:txBody>
            <a:bodyPr wrap="square" rtlCol="0">
              <a:spAutoFit/>
            </a:bodyPr>
            <a:lstStyle/>
            <a:p>
              <a:pPr algn="ctr"/>
              <a:r>
                <a:rPr lang="en-US" sz="4725" dirty="0">
                  <a:latin typeface="Bangla MN" charset="0"/>
                  <a:ea typeface="Bangla MN" charset="0"/>
                  <a:cs typeface="Bangla MN" charset="0"/>
                </a:rPr>
                <a:t>Research Questions</a:t>
              </a:r>
            </a:p>
          </p:txBody>
        </p:sp>
      </p:grpSp>
      <p:grpSp>
        <p:nvGrpSpPr>
          <p:cNvPr id="8" name="Group 7">
            <a:extLst>
              <a:ext uri="{FF2B5EF4-FFF2-40B4-BE49-F238E27FC236}">
                <a16:creationId xmlns:a16="http://schemas.microsoft.com/office/drawing/2014/main" id="{F3A17757-1132-41D3-B375-A1C6758D8BC6}"/>
              </a:ext>
            </a:extLst>
          </p:cNvPr>
          <p:cNvGrpSpPr/>
          <p:nvPr/>
        </p:nvGrpSpPr>
        <p:grpSpPr>
          <a:xfrm>
            <a:off x="6705600" y="6462277"/>
            <a:ext cx="20255062" cy="8181701"/>
            <a:chOff x="7622370" y="23698200"/>
            <a:chExt cx="23148642" cy="9260146"/>
          </a:xfrm>
        </p:grpSpPr>
        <p:grpSp>
          <p:nvGrpSpPr>
            <p:cNvPr id="6" name="Group 5"/>
            <p:cNvGrpSpPr/>
            <p:nvPr/>
          </p:nvGrpSpPr>
          <p:grpSpPr>
            <a:xfrm>
              <a:off x="13058880" y="23698200"/>
              <a:ext cx="17712132" cy="9260146"/>
              <a:chOff x="13536444" y="20953271"/>
              <a:chExt cx="13899016" cy="12234346"/>
            </a:xfrm>
          </p:grpSpPr>
          <p:sp>
            <p:nvSpPr>
              <p:cNvPr id="50" name="Rectangle 49"/>
              <p:cNvSpPr/>
              <p:nvPr/>
            </p:nvSpPr>
            <p:spPr>
              <a:xfrm>
                <a:off x="13536444" y="21566383"/>
                <a:ext cx="13899016" cy="11621234"/>
              </a:xfrm>
              <a:prstGeom prst="rect">
                <a:avLst/>
              </a:prstGeom>
              <a:no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a:p>
            </p:txBody>
          </p:sp>
          <p:sp>
            <p:nvSpPr>
              <p:cNvPr id="51" name="TextBox 50"/>
              <p:cNvSpPr txBox="1"/>
              <p:nvPr/>
            </p:nvSpPr>
            <p:spPr>
              <a:xfrm>
                <a:off x="18210300" y="20953271"/>
                <a:ext cx="4006297" cy="1219888"/>
              </a:xfrm>
              <a:prstGeom prst="rect">
                <a:avLst/>
              </a:prstGeom>
              <a:solidFill>
                <a:schemeClr val="bg1"/>
              </a:solidFill>
            </p:spPr>
            <p:txBody>
              <a:bodyPr wrap="square" rtlCol="0">
                <a:spAutoFit/>
              </a:bodyPr>
              <a:lstStyle/>
              <a:p>
                <a:pPr algn="ctr"/>
                <a:r>
                  <a:rPr lang="en-US" sz="4725" dirty="0">
                    <a:latin typeface="Bangla MN" charset="0"/>
                    <a:ea typeface="Bangla MN" charset="0"/>
                    <a:cs typeface="Bangla MN" charset="0"/>
                  </a:rPr>
                  <a:t>Result 1</a:t>
                </a:r>
              </a:p>
            </p:txBody>
          </p:sp>
        </p:grpSp>
        <p:sp>
          <p:nvSpPr>
            <p:cNvPr id="18" name="TextBox 17"/>
            <p:cNvSpPr txBox="1"/>
            <p:nvPr/>
          </p:nvSpPr>
          <p:spPr>
            <a:xfrm>
              <a:off x="7622370" y="25567125"/>
              <a:ext cx="18114020" cy="769441"/>
            </a:xfrm>
            <a:prstGeom prst="rect">
              <a:avLst/>
            </a:prstGeom>
            <a:noFill/>
          </p:spPr>
          <p:txBody>
            <a:bodyPr wrap="square" rtlCol="0">
              <a:spAutoFit/>
            </a:bodyPr>
            <a:lstStyle/>
            <a:p>
              <a:pPr marL="420886">
                <a:spcAft>
                  <a:spcPts val="3500"/>
                </a:spcAft>
              </a:pPr>
              <a:r>
                <a:rPr lang="en-US" sz="3850" dirty="0">
                  <a:latin typeface="Al Bayan Plain" charset="-78"/>
                  <a:ea typeface="Al Bayan Plain" charset="-78"/>
                  <a:cs typeface="Al Bayan Plain" charset="-78"/>
                </a:rPr>
                <a:t> </a:t>
              </a:r>
            </a:p>
          </p:txBody>
        </p:sp>
      </p:grpSp>
      <p:sp>
        <p:nvSpPr>
          <p:cNvPr id="77" name="Rectangle 76">
            <a:extLst>
              <a:ext uri="{FF2B5EF4-FFF2-40B4-BE49-F238E27FC236}">
                <a16:creationId xmlns:a16="http://schemas.microsoft.com/office/drawing/2014/main" id="{D32A5D87-7F7D-AD4A-AEA5-662F84FE5E2D}"/>
              </a:ext>
            </a:extLst>
          </p:cNvPr>
          <p:cNvSpPr/>
          <p:nvPr/>
        </p:nvSpPr>
        <p:spPr>
          <a:xfrm>
            <a:off x="768523" y="19199162"/>
            <a:ext cx="10277233" cy="10757242"/>
          </a:xfrm>
          <a:prstGeom prst="rect">
            <a:avLst/>
          </a:prstGeom>
          <a:solidFill>
            <a:schemeClr val="bg1"/>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560" dirty="0"/>
          </a:p>
        </p:txBody>
      </p:sp>
      <p:sp>
        <p:nvSpPr>
          <p:cNvPr id="78" name="TextBox 77">
            <a:extLst>
              <a:ext uri="{FF2B5EF4-FFF2-40B4-BE49-F238E27FC236}">
                <a16:creationId xmlns:a16="http://schemas.microsoft.com/office/drawing/2014/main" id="{505F8FE6-358E-B041-960A-E8BB7198256E}"/>
              </a:ext>
            </a:extLst>
          </p:cNvPr>
          <p:cNvSpPr txBox="1"/>
          <p:nvPr/>
        </p:nvSpPr>
        <p:spPr>
          <a:xfrm>
            <a:off x="3655928" y="18795205"/>
            <a:ext cx="4639613" cy="819455"/>
          </a:xfrm>
          <a:prstGeom prst="rect">
            <a:avLst/>
          </a:prstGeom>
          <a:solidFill>
            <a:schemeClr val="bg1"/>
          </a:solidFill>
          <a:ln>
            <a:noFill/>
          </a:ln>
        </p:spPr>
        <p:txBody>
          <a:bodyPr wrap="square" rtlCol="0">
            <a:spAutoFit/>
          </a:bodyPr>
          <a:lstStyle/>
          <a:p>
            <a:pPr algn="ctr"/>
            <a:r>
              <a:rPr lang="en-US" sz="4725" dirty="0">
                <a:latin typeface="Bangla MN" charset="0"/>
                <a:ea typeface="Bangla MN" charset="0"/>
                <a:cs typeface="Bangla MN" charset="0"/>
              </a:rPr>
              <a:t>Methods</a:t>
            </a:r>
          </a:p>
        </p:txBody>
      </p:sp>
      <p:pic>
        <p:nvPicPr>
          <p:cNvPr id="67" name="Picture 66">
            <a:extLst>
              <a:ext uri="{FF2B5EF4-FFF2-40B4-BE49-F238E27FC236}">
                <a16:creationId xmlns:a16="http://schemas.microsoft.com/office/drawing/2014/main" id="{9F968DDE-0ACE-0C4D-BBFE-4FA621A207DF}"/>
              </a:ext>
            </a:extLst>
          </p:cNvPr>
          <p:cNvPicPr>
            <a:picLocks noChangeAspect="1"/>
          </p:cNvPicPr>
          <p:nvPr/>
        </p:nvPicPr>
        <p:blipFill rotWithShape="1">
          <a:blip r:embed="rId4">
            <a:extLst>
              <a:ext uri="{28A0092B-C50C-407E-A947-70E740481C1C}">
                <a14:useLocalDpi xmlns:a14="http://schemas.microsoft.com/office/drawing/2010/main" val="0"/>
              </a:ext>
            </a:extLst>
          </a:blip>
          <a:srcRect l="36880" t="31028" r="36618" b="29628"/>
          <a:stretch/>
        </p:blipFill>
        <p:spPr>
          <a:xfrm>
            <a:off x="34461990" y="2879748"/>
            <a:ext cx="2718892" cy="3119120"/>
          </a:xfrm>
          <a:prstGeom prst="rect">
            <a:avLst/>
          </a:prstGeom>
        </p:spPr>
      </p:pic>
      <p:pic>
        <p:nvPicPr>
          <p:cNvPr id="1028" name="Picture 4" descr="OREGON BEE PROJECT">
            <a:extLst>
              <a:ext uri="{FF2B5EF4-FFF2-40B4-BE49-F238E27FC236}">
                <a16:creationId xmlns:a16="http://schemas.microsoft.com/office/drawing/2014/main" id="{1B3E36AE-9E26-1378-A091-8259806358F9}"/>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64171" y="2804860"/>
            <a:ext cx="3150629" cy="322624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graph of a number of bees&#10;&#10;AI-generated content may be incorrect.">
            <a:extLst>
              <a:ext uri="{FF2B5EF4-FFF2-40B4-BE49-F238E27FC236}">
                <a16:creationId xmlns:a16="http://schemas.microsoft.com/office/drawing/2014/main" id="{E006F4F9-0645-B91C-3579-82B853292A7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843192" y="7389958"/>
            <a:ext cx="7657385" cy="5006701"/>
          </a:xfrm>
          <a:prstGeom prst="rect">
            <a:avLst/>
          </a:prstGeom>
        </p:spPr>
      </p:pic>
      <p:grpSp>
        <p:nvGrpSpPr>
          <p:cNvPr id="14" name="Group 13">
            <a:extLst>
              <a:ext uri="{FF2B5EF4-FFF2-40B4-BE49-F238E27FC236}">
                <a16:creationId xmlns:a16="http://schemas.microsoft.com/office/drawing/2014/main" id="{1D653298-725A-22C9-442E-6670A0F8BF3D}"/>
              </a:ext>
            </a:extLst>
          </p:cNvPr>
          <p:cNvGrpSpPr/>
          <p:nvPr/>
        </p:nvGrpSpPr>
        <p:grpSpPr>
          <a:xfrm>
            <a:off x="12043785" y="15479448"/>
            <a:ext cx="5173398" cy="12030745"/>
            <a:chOff x="11500738" y="15304976"/>
            <a:chExt cx="5173398" cy="12030745"/>
          </a:xfrm>
        </p:grpSpPr>
        <p:pic>
          <p:nvPicPr>
            <p:cNvPr id="9" name="Picture 8" descr="A screenshot of a computer&#10;&#10;AI-generated content may be incorrect.">
              <a:extLst>
                <a:ext uri="{FF2B5EF4-FFF2-40B4-BE49-F238E27FC236}">
                  <a16:creationId xmlns:a16="http://schemas.microsoft.com/office/drawing/2014/main" id="{7E8E0F6F-AA6B-5C02-56BE-8C2293CB0B6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1500738" y="15304976"/>
              <a:ext cx="5173398" cy="6042289"/>
            </a:xfrm>
            <a:prstGeom prst="rect">
              <a:avLst/>
            </a:prstGeom>
          </p:spPr>
        </p:pic>
        <p:pic>
          <p:nvPicPr>
            <p:cNvPr id="13" name="Picture 12" descr="A screenshot of a computer screen&#10;&#10;AI-generated content may be incorrect.">
              <a:extLst>
                <a:ext uri="{FF2B5EF4-FFF2-40B4-BE49-F238E27FC236}">
                  <a16:creationId xmlns:a16="http://schemas.microsoft.com/office/drawing/2014/main" id="{FD33ADA9-E7FC-1ABC-1A0E-AE8DEE7F2B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1525628" y="21347265"/>
              <a:ext cx="5148507" cy="5988456"/>
            </a:xfrm>
            <a:prstGeom prst="rect">
              <a:avLst/>
            </a:prstGeom>
          </p:spPr>
        </p:pic>
      </p:grpSp>
      <p:graphicFrame>
        <p:nvGraphicFramePr>
          <p:cNvPr id="15" name="Diagram 14">
            <a:extLst>
              <a:ext uri="{FF2B5EF4-FFF2-40B4-BE49-F238E27FC236}">
                <a16:creationId xmlns:a16="http://schemas.microsoft.com/office/drawing/2014/main" id="{1D9D8F98-3615-72A5-995E-B4DB8892A4ED}"/>
              </a:ext>
            </a:extLst>
          </p:cNvPr>
          <p:cNvGraphicFramePr/>
          <p:nvPr>
            <p:extLst>
              <p:ext uri="{D42A27DB-BD31-4B8C-83A1-F6EECF244321}">
                <p14:modId xmlns:p14="http://schemas.microsoft.com/office/powerpoint/2010/main" val="3230218782"/>
              </p:ext>
            </p:extLst>
          </p:nvPr>
        </p:nvGraphicFramePr>
        <p:xfrm>
          <a:off x="63468" y="19315391"/>
          <a:ext cx="7360923" cy="589441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cxnSp>
        <p:nvCxnSpPr>
          <p:cNvPr id="38" name="Connector: Elbow 37">
            <a:extLst>
              <a:ext uri="{FF2B5EF4-FFF2-40B4-BE49-F238E27FC236}">
                <a16:creationId xmlns:a16="http://schemas.microsoft.com/office/drawing/2014/main" id="{E5ADB5FD-7862-AFCE-23A9-E0FDE3DA97BB}"/>
              </a:ext>
            </a:extLst>
          </p:cNvPr>
          <p:cNvCxnSpPr>
            <a:cxnSpLocks/>
          </p:cNvCxnSpPr>
          <p:nvPr/>
        </p:nvCxnSpPr>
        <p:spPr>
          <a:xfrm rot="16200000" flipH="1">
            <a:off x="6069198" y="21052303"/>
            <a:ext cx="1320012" cy="825586"/>
          </a:xfrm>
          <a:prstGeom prst="bentConnector3">
            <a:avLst>
              <a:gd name="adj1" fmla="val -11783"/>
            </a:avLst>
          </a:prstGeom>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019E4D53-EAB2-C31A-0D37-8F925D9E9412}"/>
              </a:ext>
            </a:extLst>
          </p:cNvPr>
          <p:cNvCxnSpPr>
            <a:cxnSpLocks/>
          </p:cNvCxnSpPr>
          <p:nvPr/>
        </p:nvCxnSpPr>
        <p:spPr>
          <a:xfrm>
            <a:off x="6243263" y="22125102"/>
            <a:ext cx="12913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CBF7FB-57D2-69B2-75A6-B0A05DAF8BA3}"/>
              </a:ext>
            </a:extLst>
          </p:cNvPr>
          <p:cNvCxnSpPr/>
          <p:nvPr/>
        </p:nvCxnSpPr>
        <p:spPr>
          <a:xfrm rot="5400000" flipH="1" flipV="1">
            <a:off x="6090642" y="22352665"/>
            <a:ext cx="1369699" cy="749385"/>
          </a:xfrm>
          <a:prstGeom prst="bentConnector3">
            <a:avLst>
              <a:gd name="adj1" fmla="val -15857"/>
            </a:avLst>
          </a:prstGeom>
        </p:spPr>
        <p:style>
          <a:lnRef idx="1">
            <a:schemeClr val="accent1"/>
          </a:lnRef>
          <a:fillRef idx="0">
            <a:schemeClr val="accent1"/>
          </a:fillRef>
          <a:effectRef idx="0">
            <a:schemeClr val="accent1"/>
          </a:effectRef>
          <a:fontRef idx="minor">
            <a:schemeClr val="tx1"/>
          </a:fontRef>
        </p:style>
      </p:cxnSp>
      <p:sp>
        <p:nvSpPr>
          <p:cNvPr id="73" name="Rectangle: Rounded Corners 72">
            <a:extLst>
              <a:ext uri="{FF2B5EF4-FFF2-40B4-BE49-F238E27FC236}">
                <a16:creationId xmlns:a16="http://schemas.microsoft.com/office/drawing/2014/main" id="{D8379976-E324-4B85-B978-1B3D39C6952F}"/>
              </a:ext>
            </a:extLst>
          </p:cNvPr>
          <p:cNvSpPr/>
          <p:nvPr/>
        </p:nvSpPr>
        <p:spPr>
          <a:xfrm>
            <a:off x="7600206" y="20274243"/>
            <a:ext cx="2908147" cy="88099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Convert to spatial object and reproject</a:t>
            </a:r>
          </a:p>
        </p:txBody>
      </p:sp>
      <p:sp>
        <p:nvSpPr>
          <p:cNvPr id="74" name="Rectangle: Rounded Corners 73">
            <a:extLst>
              <a:ext uri="{FF2B5EF4-FFF2-40B4-BE49-F238E27FC236}">
                <a16:creationId xmlns:a16="http://schemas.microsoft.com/office/drawing/2014/main" id="{5446C1E7-F713-760C-0739-C4D314E24915}"/>
              </a:ext>
            </a:extLst>
          </p:cNvPr>
          <p:cNvSpPr/>
          <p:nvPr/>
        </p:nvSpPr>
        <p:spPr>
          <a:xfrm>
            <a:off x="7564930" y="21373633"/>
            <a:ext cx="3107456" cy="131500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Join with ecoregions, convert back to data frame, and subset to coastal ecoregions</a:t>
            </a:r>
          </a:p>
        </p:txBody>
      </p:sp>
      <p:sp>
        <p:nvSpPr>
          <p:cNvPr id="75" name="Rectangle: Rounded Corners 74">
            <a:extLst>
              <a:ext uri="{FF2B5EF4-FFF2-40B4-BE49-F238E27FC236}">
                <a16:creationId xmlns:a16="http://schemas.microsoft.com/office/drawing/2014/main" id="{B4D28608-CA00-56CE-85F5-C1EB6F3293F0}"/>
              </a:ext>
            </a:extLst>
          </p:cNvPr>
          <p:cNvSpPr/>
          <p:nvPr/>
        </p:nvSpPr>
        <p:spPr>
          <a:xfrm>
            <a:off x="7432841" y="22914213"/>
            <a:ext cx="3259084" cy="13493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Keep only bee species, plant species, and </a:t>
            </a:r>
            <a:r>
              <a:rPr lang="en-US" sz="2000" dirty="0" err="1"/>
              <a:t>IsNative</a:t>
            </a:r>
            <a:r>
              <a:rPr lang="en-US" sz="2000" dirty="0"/>
              <a:t> plant column.</a:t>
            </a:r>
          </a:p>
        </p:txBody>
      </p:sp>
      <p:graphicFrame>
        <p:nvGraphicFramePr>
          <p:cNvPr id="76" name="Diagram 75">
            <a:extLst>
              <a:ext uri="{FF2B5EF4-FFF2-40B4-BE49-F238E27FC236}">
                <a16:creationId xmlns:a16="http://schemas.microsoft.com/office/drawing/2014/main" id="{04FBCA56-41B3-4CE4-748A-FEEDB1BD8DDB}"/>
              </a:ext>
            </a:extLst>
          </p:cNvPr>
          <p:cNvGraphicFramePr/>
          <p:nvPr>
            <p:extLst>
              <p:ext uri="{D42A27DB-BD31-4B8C-83A1-F6EECF244321}">
                <p14:modId xmlns:p14="http://schemas.microsoft.com/office/powerpoint/2010/main" val="1647445885"/>
              </p:ext>
            </p:extLst>
          </p:nvPr>
        </p:nvGraphicFramePr>
        <p:xfrm>
          <a:off x="-83982" y="25679272"/>
          <a:ext cx="6639350" cy="3711615"/>
        </p:xfrm>
        <a:graphic>
          <a:graphicData uri="http://schemas.openxmlformats.org/drawingml/2006/diagram">
            <dgm:relIds xmlns:dgm="http://schemas.openxmlformats.org/drawingml/2006/diagram" xmlns:r="http://schemas.openxmlformats.org/officeDocument/2006/relationships" r:dm="rId14" r:lo="rId15" r:qs="rId16" r:cs="rId17"/>
          </a:graphicData>
        </a:graphic>
      </p:graphicFrame>
      <p:graphicFrame>
        <p:nvGraphicFramePr>
          <p:cNvPr id="79" name="Diagram 78">
            <a:extLst>
              <a:ext uri="{FF2B5EF4-FFF2-40B4-BE49-F238E27FC236}">
                <a16:creationId xmlns:a16="http://schemas.microsoft.com/office/drawing/2014/main" id="{ADCDA76D-C6C8-B0B1-0AD0-ECEB7BB8626D}"/>
              </a:ext>
            </a:extLst>
          </p:cNvPr>
          <p:cNvGraphicFramePr/>
          <p:nvPr>
            <p:extLst>
              <p:ext uri="{D42A27DB-BD31-4B8C-83A1-F6EECF244321}">
                <p14:modId xmlns:p14="http://schemas.microsoft.com/office/powerpoint/2010/main" val="2618844367"/>
              </p:ext>
            </p:extLst>
          </p:nvPr>
        </p:nvGraphicFramePr>
        <p:xfrm>
          <a:off x="4984471" y="25679272"/>
          <a:ext cx="6639350" cy="3711616"/>
        </p:xfrm>
        <a:graphic>
          <a:graphicData uri="http://schemas.openxmlformats.org/drawingml/2006/diagram">
            <dgm:relIds xmlns:dgm="http://schemas.openxmlformats.org/drawingml/2006/diagram" xmlns:r="http://schemas.openxmlformats.org/officeDocument/2006/relationships" r:dm="rId19" r:lo="rId20" r:qs="rId21" r:cs="rId22"/>
          </a:graphicData>
        </a:graphic>
      </p:graphicFrame>
      <p:grpSp>
        <p:nvGrpSpPr>
          <p:cNvPr id="84" name="Group 83">
            <a:extLst>
              <a:ext uri="{FF2B5EF4-FFF2-40B4-BE49-F238E27FC236}">
                <a16:creationId xmlns:a16="http://schemas.microsoft.com/office/drawing/2014/main" id="{04B30F3B-6F98-154F-FFD9-86B80EBCDAD1}"/>
              </a:ext>
            </a:extLst>
          </p:cNvPr>
          <p:cNvGrpSpPr/>
          <p:nvPr/>
        </p:nvGrpSpPr>
        <p:grpSpPr>
          <a:xfrm>
            <a:off x="19935745" y="15479448"/>
            <a:ext cx="5319651" cy="12262411"/>
            <a:chOff x="21222435" y="15479448"/>
            <a:chExt cx="5319651" cy="12262411"/>
          </a:xfrm>
        </p:grpSpPr>
        <p:pic>
          <p:nvPicPr>
            <p:cNvPr id="19" name="Picture 18" descr="A screenshot of a computer&#10;&#10;AI-generated content may be incorrect.">
              <a:extLst>
                <a:ext uri="{FF2B5EF4-FFF2-40B4-BE49-F238E27FC236}">
                  <a16:creationId xmlns:a16="http://schemas.microsoft.com/office/drawing/2014/main" id="{EB530A3E-BB8A-D0A1-33C2-5721E19E0ED4}"/>
                </a:ext>
              </a:extLst>
            </p:cNvPr>
            <p:cNvPicPr>
              <a:picLocks noChangeAspect="1"/>
            </p:cNvPicPr>
            <p:nvPr/>
          </p:nvPicPr>
          <p:blipFill>
            <a:blip r:embed="rId24">
              <a:extLst>
                <a:ext uri="{28A0092B-C50C-407E-A947-70E740481C1C}">
                  <a14:useLocalDpi xmlns:a14="http://schemas.microsoft.com/office/drawing/2010/main" val="0"/>
                </a:ext>
              </a:extLst>
            </a:blip>
            <a:stretch>
              <a:fillRect/>
            </a:stretch>
          </p:blipFill>
          <p:spPr>
            <a:xfrm>
              <a:off x="21222435" y="15479448"/>
              <a:ext cx="5319651" cy="5656710"/>
            </a:xfrm>
            <a:prstGeom prst="rect">
              <a:avLst/>
            </a:prstGeom>
          </p:spPr>
        </p:pic>
        <p:pic>
          <p:nvPicPr>
            <p:cNvPr id="81" name="Picture 80" descr="A screenshot of a computer screen&#10;&#10;AI-generated content may be incorrect.">
              <a:extLst>
                <a:ext uri="{FF2B5EF4-FFF2-40B4-BE49-F238E27FC236}">
                  <a16:creationId xmlns:a16="http://schemas.microsoft.com/office/drawing/2014/main" id="{F3D83319-FC62-CA61-8BFC-CD38D3064F80}"/>
                </a:ext>
              </a:extLst>
            </p:cNvPr>
            <p:cNvPicPr>
              <a:picLocks noChangeAspect="1"/>
            </p:cNvPicPr>
            <p:nvPr/>
          </p:nvPicPr>
          <p:blipFill>
            <a:blip r:embed="rId25">
              <a:extLst>
                <a:ext uri="{28A0092B-C50C-407E-A947-70E740481C1C}">
                  <a14:useLocalDpi xmlns:a14="http://schemas.microsoft.com/office/drawing/2010/main" val="0"/>
                </a:ext>
              </a:extLst>
            </a:blip>
            <a:stretch>
              <a:fillRect/>
            </a:stretch>
          </p:blipFill>
          <p:spPr>
            <a:xfrm>
              <a:off x="21246669" y="21136158"/>
              <a:ext cx="5295417" cy="5876874"/>
            </a:xfrm>
            <a:prstGeom prst="rect">
              <a:avLst/>
            </a:prstGeom>
          </p:spPr>
        </p:pic>
        <p:pic>
          <p:nvPicPr>
            <p:cNvPr id="83" name="Picture 82" descr="A shadow of a window&#10;&#10;AI-generated content may be incorrect.">
              <a:extLst>
                <a:ext uri="{FF2B5EF4-FFF2-40B4-BE49-F238E27FC236}">
                  <a16:creationId xmlns:a16="http://schemas.microsoft.com/office/drawing/2014/main" id="{6D5018B6-B3EA-FAB7-31B8-F36EAF70296B}"/>
                </a:ext>
              </a:extLst>
            </p:cNvPr>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21246669" y="27006097"/>
              <a:ext cx="5295417" cy="735762"/>
            </a:xfrm>
            <a:prstGeom prst="rect">
              <a:avLst/>
            </a:prstGeom>
          </p:spPr>
        </p:pic>
      </p:grpSp>
      <p:sp>
        <p:nvSpPr>
          <p:cNvPr id="86" name="TextBox 85">
            <a:extLst>
              <a:ext uri="{FF2B5EF4-FFF2-40B4-BE49-F238E27FC236}">
                <a16:creationId xmlns:a16="http://schemas.microsoft.com/office/drawing/2014/main" id="{9DDE5EE5-0C66-895F-3EEB-91A861790B63}"/>
              </a:ext>
            </a:extLst>
          </p:cNvPr>
          <p:cNvSpPr txBox="1"/>
          <p:nvPr/>
        </p:nvSpPr>
        <p:spPr>
          <a:xfrm>
            <a:off x="11865437" y="12722019"/>
            <a:ext cx="7874607" cy="1692771"/>
          </a:xfrm>
          <a:prstGeom prst="rect">
            <a:avLst/>
          </a:prstGeom>
          <a:noFill/>
        </p:spPr>
        <p:txBody>
          <a:bodyPr wrap="square" rtlCol="0">
            <a:spAutoFit/>
          </a:bodyPr>
          <a:lstStyle/>
          <a:p>
            <a:r>
              <a:rPr lang="en-US" sz="2600" dirty="0"/>
              <a:t>Fig 1: We found no statistical difference in the number of coastal Oregon bee species visiting native vs. nonnative plants, even after standardizing the statistic. </a:t>
            </a:r>
          </a:p>
          <a:p>
            <a:r>
              <a:rPr lang="en-US" sz="2600" dirty="0"/>
              <a:t>P-value: 0.45</a:t>
            </a:r>
          </a:p>
        </p:txBody>
      </p:sp>
      <p:pic>
        <p:nvPicPr>
          <p:cNvPr id="88" name="Picture 87" descr="A graph with different colored squares&#10;&#10;AI-generated content may be incorrect.">
            <a:extLst>
              <a:ext uri="{FF2B5EF4-FFF2-40B4-BE49-F238E27FC236}">
                <a16:creationId xmlns:a16="http://schemas.microsoft.com/office/drawing/2014/main" id="{A06457E1-548C-AEDB-0876-D759C7AD494B}"/>
              </a:ext>
            </a:extLst>
          </p:cNvPr>
          <p:cNvPicPr>
            <a:picLocks noChangeAspect="1"/>
          </p:cNvPicPr>
          <p:nvPr/>
        </p:nvPicPr>
        <p:blipFill>
          <a:blip r:embed="rId27">
            <a:extLst>
              <a:ext uri="{28A0092B-C50C-407E-A947-70E740481C1C}">
                <a14:useLocalDpi xmlns:a14="http://schemas.microsoft.com/office/drawing/2010/main" val="0"/>
              </a:ext>
            </a:extLst>
          </a:blip>
          <a:stretch>
            <a:fillRect/>
          </a:stretch>
        </p:blipFill>
        <p:spPr>
          <a:xfrm>
            <a:off x="19558691" y="7397762"/>
            <a:ext cx="7261081" cy="4866457"/>
          </a:xfrm>
          <a:prstGeom prst="rect">
            <a:avLst/>
          </a:prstGeom>
        </p:spPr>
      </p:pic>
      <p:sp>
        <p:nvSpPr>
          <p:cNvPr id="89" name="TextBox 88">
            <a:extLst>
              <a:ext uri="{FF2B5EF4-FFF2-40B4-BE49-F238E27FC236}">
                <a16:creationId xmlns:a16="http://schemas.microsoft.com/office/drawing/2014/main" id="{7DDEF016-21A5-2B3A-C732-D5EAC53429DC}"/>
              </a:ext>
            </a:extLst>
          </p:cNvPr>
          <p:cNvSpPr txBox="1"/>
          <p:nvPr/>
        </p:nvSpPr>
        <p:spPr>
          <a:xfrm>
            <a:off x="19964400" y="12725400"/>
            <a:ext cx="6705600" cy="1292662"/>
          </a:xfrm>
          <a:prstGeom prst="rect">
            <a:avLst/>
          </a:prstGeom>
          <a:noFill/>
        </p:spPr>
        <p:txBody>
          <a:bodyPr wrap="square" rtlCol="0">
            <a:spAutoFit/>
          </a:bodyPr>
          <a:lstStyle/>
          <a:p>
            <a:r>
              <a:rPr lang="en-US" sz="2600" dirty="0"/>
              <a:t>Fig 2: More than half of the bee species observed were found on both native and nonnative plants. </a:t>
            </a:r>
          </a:p>
        </p:txBody>
      </p:sp>
      <p:sp>
        <p:nvSpPr>
          <p:cNvPr id="90" name="TextBox 89">
            <a:extLst>
              <a:ext uri="{FF2B5EF4-FFF2-40B4-BE49-F238E27FC236}">
                <a16:creationId xmlns:a16="http://schemas.microsoft.com/office/drawing/2014/main" id="{CA09ECDC-BF71-972A-4C7D-0ADAB2EB7A6A}"/>
              </a:ext>
            </a:extLst>
          </p:cNvPr>
          <p:cNvSpPr txBox="1"/>
          <p:nvPr/>
        </p:nvSpPr>
        <p:spPr>
          <a:xfrm>
            <a:off x="12002314" y="27741859"/>
            <a:ext cx="5693274" cy="1938992"/>
          </a:xfrm>
          <a:prstGeom prst="rect">
            <a:avLst/>
          </a:prstGeom>
          <a:noFill/>
        </p:spPr>
        <p:txBody>
          <a:bodyPr wrap="square" rtlCol="0">
            <a:spAutoFit/>
          </a:bodyPr>
          <a:lstStyle/>
          <a:p>
            <a:r>
              <a:rPr lang="en-US" sz="3000" dirty="0"/>
              <a:t>Fig 3: Network of the top 10 Native plant species with the most bee species visitations.</a:t>
            </a:r>
          </a:p>
          <a:p>
            <a:endParaRPr lang="en-US" sz="3000" dirty="0"/>
          </a:p>
        </p:txBody>
      </p:sp>
      <p:sp>
        <p:nvSpPr>
          <p:cNvPr id="91" name="TextBox 90">
            <a:extLst>
              <a:ext uri="{FF2B5EF4-FFF2-40B4-BE49-F238E27FC236}">
                <a16:creationId xmlns:a16="http://schemas.microsoft.com/office/drawing/2014/main" id="{58F3B7A7-D55C-82ED-6ACF-7958054CFF05}"/>
              </a:ext>
            </a:extLst>
          </p:cNvPr>
          <p:cNvSpPr txBox="1"/>
          <p:nvPr/>
        </p:nvSpPr>
        <p:spPr>
          <a:xfrm>
            <a:off x="19935745" y="27989871"/>
            <a:ext cx="5319651" cy="1877437"/>
          </a:xfrm>
          <a:prstGeom prst="rect">
            <a:avLst/>
          </a:prstGeom>
          <a:noFill/>
        </p:spPr>
        <p:txBody>
          <a:bodyPr wrap="square" rtlCol="0">
            <a:spAutoFit/>
          </a:bodyPr>
          <a:lstStyle/>
          <a:p>
            <a:r>
              <a:rPr lang="en-US" sz="3000" dirty="0"/>
              <a:t>Fig 4: Network of top 10 Nonnative plant species with the most bee species visitations.</a:t>
            </a:r>
          </a:p>
          <a:p>
            <a:endParaRPr lang="en-US" sz="2600" dirty="0"/>
          </a:p>
        </p:txBody>
      </p:sp>
      <p:sp>
        <p:nvSpPr>
          <p:cNvPr id="94" name="Rectangle: Rounded Corners 93">
            <a:extLst>
              <a:ext uri="{FF2B5EF4-FFF2-40B4-BE49-F238E27FC236}">
                <a16:creationId xmlns:a16="http://schemas.microsoft.com/office/drawing/2014/main" id="{AF6286D3-EC57-374C-8115-375EBD7F2751}"/>
              </a:ext>
            </a:extLst>
          </p:cNvPr>
          <p:cNvSpPr/>
          <p:nvPr/>
        </p:nvSpPr>
        <p:spPr>
          <a:xfrm>
            <a:off x="17792635" y="17033496"/>
            <a:ext cx="1181165" cy="72110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106 bees, 26 bee species </a:t>
            </a:r>
          </a:p>
        </p:txBody>
      </p:sp>
      <p:cxnSp>
        <p:nvCxnSpPr>
          <p:cNvPr id="100" name="Straight Connector 99">
            <a:extLst>
              <a:ext uri="{FF2B5EF4-FFF2-40B4-BE49-F238E27FC236}">
                <a16:creationId xmlns:a16="http://schemas.microsoft.com/office/drawing/2014/main" id="{9F81FB04-69AD-F0CD-BD8B-969375BCD969}"/>
              </a:ext>
            </a:extLst>
          </p:cNvPr>
          <p:cNvCxnSpPr>
            <a:cxnSpLocks/>
          </p:cNvCxnSpPr>
          <p:nvPr/>
        </p:nvCxnSpPr>
        <p:spPr>
          <a:xfrm>
            <a:off x="25255396" y="17754600"/>
            <a:ext cx="957403" cy="0"/>
          </a:xfrm>
          <a:prstGeom prst="line">
            <a:avLst/>
          </a:prstGeom>
        </p:spPr>
        <p:style>
          <a:lnRef idx="1">
            <a:schemeClr val="accent1"/>
          </a:lnRef>
          <a:fillRef idx="0">
            <a:schemeClr val="accent1"/>
          </a:fillRef>
          <a:effectRef idx="0">
            <a:schemeClr val="accent1"/>
          </a:effectRef>
          <a:fontRef idx="minor">
            <a:schemeClr val="tx1"/>
          </a:fontRef>
        </p:style>
      </p:cxnSp>
      <p:sp>
        <p:nvSpPr>
          <p:cNvPr id="101" name="Rectangle: Rounded Corners 100">
            <a:extLst>
              <a:ext uri="{FF2B5EF4-FFF2-40B4-BE49-F238E27FC236}">
                <a16:creationId xmlns:a16="http://schemas.microsoft.com/office/drawing/2014/main" id="{59A2B776-FFBB-F8DB-750E-E5B68BE9C4FF}"/>
              </a:ext>
            </a:extLst>
          </p:cNvPr>
          <p:cNvSpPr/>
          <p:nvPr/>
        </p:nvSpPr>
        <p:spPr>
          <a:xfrm>
            <a:off x="25664186" y="17373601"/>
            <a:ext cx="1042652" cy="76199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214 bees, 27  bee species</a:t>
            </a:r>
          </a:p>
        </p:txBody>
      </p:sp>
      <p:cxnSp>
        <p:nvCxnSpPr>
          <p:cNvPr id="103" name="Straight Connector 102">
            <a:extLst>
              <a:ext uri="{FF2B5EF4-FFF2-40B4-BE49-F238E27FC236}">
                <a16:creationId xmlns:a16="http://schemas.microsoft.com/office/drawing/2014/main" id="{74F56A9F-2065-2527-72B0-E3D04C4E7489}"/>
              </a:ext>
            </a:extLst>
          </p:cNvPr>
          <p:cNvCxnSpPr/>
          <p:nvPr/>
        </p:nvCxnSpPr>
        <p:spPr>
          <a:xfrm>
            <a:off x="17187183" y="20177760"/>
            <a:ext cx="647635" cy="0"/>
          </a:xfrm>
          <a:prstGeom prst="line">
            <a:avLst/>
          </a:prstGeom>
        </p:spPr>
        <p:style>
          <a:lnRef idx="1">
            <a:schemeClr val="accent1"/>
          </a:lnRef>
          <a:fillRef idx="0">
            <a:schemeClr val="accent1"/>
          </a:fillRef>
          <a:effectRef idx="0">
            <a:schemeClr val="accent1"/>
          </a:effectRef>
          <a:fontRef idx="minor">
            <a:schemeClr val="tx1"/>
          </a:fontRef>
        </p:style>
      </p:cxnSp>
      <p:sp>
        <p:nvSpPr>
          <p:cNvPr id="105" name="Rectangle: Rounded Corners 104">
            <a:extLst>
              <a:ext uri="{FF2B5EF4-FFF2-40B4-BE49-F238E27FC236}">
                <a16:creationId xmlns:a16="http://schemas.microsoft.com/office/drawing/2014/main" id="{A4247173-AE4A-FC18-9BAB-172A164C236F}"/>
              </a:ext>
            </a:extLst>
          </p:cNvPr>
          <p:cNvSpPr/>
          <p:nvPr/>
        </p:nvSpPr>
        <p:spPr>
          <a:xfrm>
            <a:off x="17792635" y="19885384"/>
            <a:ext cx="1104965" cy="76481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55 bees, 18 bee species </a:t>
            </a:r>
          </a:p>
        </p:txBody>
      </p:sp>
      <p:cxnSp>
        <p:nvCxnSpPr>
          <p:cNvPr id="107" name="Straight Connector 106">
            <a:extLst>
              <a:ext uri="{FF2B5EF4-FFF2-40B4-BE49-F238E27FC236}">
                <a16:creationId xmlns:a16="http://schemas.microsoft.com/office/drawing/2014/main" id="{6FCFBD19-1717-C8FE-9A29-E4A0A1AF773C}"/>
              </a:ext>
            </a:extLst>
          </p:cNvPr>
          <p:cNvCxnSpPr/>
          <p:nvPr/>
        </p:nvCxnSpPr>
        <p:spPr>
          <a:xfrm>
            <a:off x="17217182" y="23622000"/>
            <a:ext cx="385018" cy="0"/>
          </a:xfrm>
          <a:prstGeom prst="line">
            <a:avLst/>
          </a:prstGeom>
        </p:spPr>
        <p:style>
          <a:lnRef idx="1">
            <a:schemeClr val="accent1"/>
          </a:lnRef>
          <a:fillRef idx="0">
            <a:schemeClr val="accent1"/>
          </a:fillRef>
          <a:effectRef idx="0">
            <a:schemeClr val="accent1"/>
          </a:effectRef>
          <a:fontRef idx="minor">
            <a:schemeClr val="tx1"/>
          </a:fontRef>
        </p:style>
      </p:cxnSp>
      <p:sp>
        <p:nvSpPr>
          <p:cNvPr id="108" name="Rectangle: Rounded Corners 107">
            <a:extLst>
              <a:ext uri="{FF2B5EF4-FFF2-40B4-BE49-F238E27FC236}">
                <a16:creationId xmlns:a16="http://schemas.microsoft.com/office/drawing/2014/main" id="{88F80B6D-9389-2FCE-1F2F-86560C2E6270}"/>
              </a:ext>
            </a:extLst>
          </p:cNvPr>
          <p:cNvSpPr/>
          <p:nvPr/>
        </p:nvSpPr>
        <p:spPr>
          <a:xfrm>
            <a:off x="17570708" y="23301022"/>
            <a:ext cx="1104964" cy="77141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48 bees, 10 bee species </a:t>
            </a:r>
          </a:p>
        </p:txBody>
      </p:sp>
      <p:cxnSp>
        <p:nvCxnSpPr>
          <p:cNvPr id="110" name="Straight Connector 109">
            <a:extLst>
              <a:ext uri="{FF2B5EF4-FFF2-40B4-BE49-F238E27FC236}">
                <a16:creationId xmlns:a16="http://schemas.microsoft.com/office/drawing/2014/main" id="{B21F8B16-A80F-E0F1-2D22-89610BBCC118}"/>
              </a:ext>
            </a:extLst>
          </p:cNvPr>
          <p:cNvCxnSpPr>
            <a:cxnSpLocks/>
          </p:cNvCxnSpPr>
          <p:nvPr/>
        </p:nvCxnSpPr>
        <p:spPr>
          <a:xfrm>
            <a:off x="25255396" y="21793200"/>
            <a:ext cx="728804" cy="0"/>
          </a:xfrm>
          <a:prstGeom prst="line">
            <a:avLst/>
          </a:prstGeom>
        </p:spPr>
        <p:style>
          <a:lnRef idx="1">
            <a:schemeClr val="accent1"/>
          </a:lnRef>
          <a:fillRef idx="0">
            <a:schemeClr val="accent1"/>
          </a:fillRef>
          <a:effectRef idx="0">
            <a:schemeClr val="accent1"/>
          </a:effectRef>
          <a:fontRef idx="minor">
            <a:schemeClr val="tx1"/>
          </a:fontRef>
        </p:style>
      </p:cxnSp>
      <p:sp>
        <p:nvSpPr>
          <p:cNvPr id="111" name="Rectangle: Rounded Corners 110">
            <a:extLst>
              <a:ext uri="{FF2B5EF4-FFF2-40B4-BE49-F238E27FC236}">
                <a16:creationId xmlns:a16="http://schemas.microsoft.com/office/drawing/2014/main" id="{8E0043C9-EF21-2D02-D2D6-8120F08EE80C}"/>
              </a:ext>
            </a:extLst>
          </p:cNvPr>
          <p:cNvSpPr/>
          <p:nvPr/>
        </p:nvSpPr>
        <p:spPr>
          <a:xfrm>
            <a:off x="25653704" y="21497690"/>
            <a:ext cx="1053134" cy="67650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48 bees, 16 bee species </a:t>
            </a:r>
          </a:p>
        </p:txBody>
      </p:sp>
      <p:cxnSp>
        <p:nvCxnSpPr>
          <p:cNvPr id="113" name="Straight Connector 112">
            <a:extLst>
              <a:ext uri="{FF2B5EF4-FFF2-40B4-BE49-F238E27FC236}">
                <a16:creationId xmlns:a16="http://schemas.microsoft.com/office/drawing/2014/main" id="{897B30C4-678F-CE77-E3E7-58A4A36E5683}"/>
              </a:ext>
            </a:extLst>
          </p:cNvPr>
          <p:cNvCxnSpPr>
            <a:cxnSpLocks/>
          </p:cNvCxnSpPr>
          <p:nvPr/>
        </p:nvCxnSpPr>
        <p:spPr>
          <a:xfrm>
            <a:off x="25146000" y="24688800"/>
            <a:ext cx="990600" cy="0"/>
          </a:xfrm>
          <a:prstGeom prst="line">
            <a:avLst/>
          </a:prstGeom>
        </p:spPr>
        <p:style>
          <a:lnRef idx="1">
            <a:schemeClr val="accent1"/>
          </a:lnRef>
          <a:fillRef idx="0">
            <a:schemeClr val="accent1"/>
          </a:fillRef>
          <a:effectRef idx="0">
            <a:schemeClr val="accent1"/>
          </a:effectRef>
          <a:fontRef idx="minor">
            <a:schemeClr val="tx1"/>
          </a:fontRef>
        </p:style>
      </p:cxnSp>
      <p:sp>
        <p:nvSpPr>
          <p:cNvPr id="114" name="Rectangle: Rounded Corners 113">
            <a:extLst>
              <a:ext uri="{FF2B5EF4-FFF2-40B4-BE49-F238E27FC236}">
                <a16:creationId xmlns:a16="http://schemas.microsoft.com/office/drawing/2014/main" id="{C22BE9D7-30D4-BFF7-0802-72DEFD8B5832}"/>
              </a:ext>
            </a:extLst>
          </p:cNvPr>
          <p:cNvSpPr/>
          <p:nvPr/>
        </p:nvSpPr>
        <p:spPr>
          <a:xfrm>
            <a:off x="25669627" y="24385219"/>
            <a:ext cx="1037211" cy="70905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500" dirty="0"/>
              <a:t>64 bees, 15 bee species </a:t>
            </a:r>
          </a:p>
        </p:txBody>
      </p:sp>
      <p:cxnSp>
        <p:nvCxnSpPr>
          <p:cNvPr id="120" name="Straight Connector 119">
            <a:extLst>
              <a:ext uri="{FF2B5EF4-FFF2-40B4-BE49-F238E27FC236}">
                <a16:creationId xmlns:a16="http://schemas.microsoft.com/office/drawing/2014/main" id="{D11607D4-991A-A80F-5797-13495155EDFA}"/>
              </a:ext>
            </a:extLst>
          </p:cNvPr>
          <p:cNvCxnSpPr/>
          <p:nvPr/>
        </p:nvCxnSpPr>
        <p:spPr>
          <a:xfrm>
            <a:off x="25255396" y="23622000"/>
            <a:ext cx="271604" cy="0"/>
          </a:xfrm>
          <a:prstGeom prst="line">
            <a:avLst/>
          </a:prstGeom>
        </p:spPr>
        <p:style>
          <a:lnRef idx="1">
            <a:schemeClr val="accent1"/>
          </a:lnRef>
          <a:fillRef idx="0">
            <a:schemeClr val="accent1"/>
          </a:fillRef>
          <a:effectRef idx="0">
            <a:schemeClr val="accent1"/>
          </a:effectRef>
          <a:fontRef idx="minor">
            <a:schemeClr val="tx1"/>
          </a:fontRef>
        </p:style>
      </p:cxnSp>
      <p:sp>
        <p:nvSpPr>
          <p:cNvPr id="121" name="Rectangle: Rounded Corners 120">
            <a:extLst>
              <a:ext uri="{FF2B5EF4-FFF2-40B4-BE49-F238E27FC236}">
                <a16:creationId xmlns:a16="http://schemas.microsoft.com/office/drawing/2014/main" id="{79542694-6B11-4F42-48D0-83C5B1FA3AE6}"/>
              </a:ext>
            </a:extLst>
          </p:cNvPr>
          <p:cNvSpPr/>
          <p:nvPr/>
        </p:nvSpPr>
        <p:spPr>
          <a:xfrm>
            <a:off x="25608922" y="23355919"/>
            <a:ext cx="811782" cy="5715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11 bees, 5 bee species </a:t>
            </a:r>
          </a:p>
        </p:txBody>
      </p:sp>
      <p:cxnSp>
        <p:nvCxnSpPr>
          <p:cNvPr id="123" name="Straight Connector 122">
            <a:extLst>
              <a:ext uri="{FF2B5EF4-FFF2-40B4-BE49-F238E27FC236}">
                <a16:creationId xmlns:a16="http://schemas.microsoft.com/office/drawing/2014/main" id="{FF60ADB6-856D-809A-6C69-7AD80185341A}"/>
              </a:ext>
            </a:extLst>
          </p:cNvPr>
          <p:cNvCxnSpPr/>
          <p:nvPr/>
        </p:nvCxnSpPr>
        <p:spPr>
          <a:xfrm>
            <a:off x="17217182" y="22125102"/>
            <a:ext cx="478406" cy="0"/>
          </a:xfrm>
          <a:prstGeom prst="line">
            <a:avLst/>
          </a:prstGeom>
        </p:spPr>
        <p:style>
          <a:lnRef idx="1">
            <a:schemeClr val="accent1"/>
          </a:lnRef>
          <a:fillRef idx="0">
            <a:schemeClr val="accent1"/>
          </a:fillRef>
          <a:effectRef idx="0">
            <a:schemeClr val="accent1"/>
          </a:effectRef>
          <a:fontRef idx="minor">
            <a:schemeClr val="tx1"/>
          </a:fontRef>
        </p:style>
      </p:cxnSp>
      <p:sp>
        <p:nvSpPr>
          <p:cNvPr id="124" name="Rectangle: Rounded Corners 123">
            <a:extLst>
              <a:ext uri="{FF2B5EF4-FFF2-40B4-BE49-F238E27FC236}">
                <a16:creationId xmlns:a16="http://schemas.microsoft.com/office/drawing/2014/main" id="{F0090D59-20EB-9C49-AADE-A0F5155C56D5}"/>
              </a:ext>
            </a:extLst>
          </p:cNvPr>
          <p:cNvSpPr/>
          <p:nvPr/>
        </p:nvSpPr>
        <p:spPr>
          <a:xfrm>
            <a:off x="17654635" y="21756758"/>
            <a:ext cx="933945" cy="5715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17 bees, 7 bee species </a:t>
            </a:r>
          </a:p>
        </p:txBody>
      </p:sp>
      <p:sp>
        <p:nvSpPr>
          <p:cNvPr id="126" name="TextBox 125">
            <a:extLst>
              <a:ext uri="{FF2B5EF4-FFF2-40B4-BE49-F238E27FC236}">
                <a16:creationId xmlns:a16="http://schemas.microsoft.com/office/drawing/2014/main" id="{5CE7EF45-C122-582B-AF8A-E4365E6C0062}"/>
              </a:ext>
            </a:extLst>
          </p:cNvPr>
          <p:cNvSpPr txBox="1"/>
          <p:nvPr/>
        </p:nvSpPr>
        <p:spPr>
          <a:xfrm>
            <a:off x="1066800" y="19614660"/>
            <a:ext cx="2743200" cy="553998"/>
          </a:xfrm>
          <a:prstGeom prst="rect">
            <a:avLst/>
          </a:prstGeom>
          <a:noFill/>
        </p:spPr>
        <p:txBody>
          <a:bodyPr wrap="square" rtlCol="0">
            <a:spAutoFit/>
          </a:bodyPr>
          <a:lstStyle/>
          <a:p>
            <a:r>
              <a:rPr lang="en-US" sz="3000" dirty="0"/>
              <a:t>Data Wrangling</a:t>
            </a:r>
          </a:p>
        </p:txBody>
      </p:sp>
      <p:sp>
        <p:nvSpPr>
          <p:cNvPr id="127" name="TextBox 126">
            <a:extLst>
              <a:ext uri="{FF2B5EF4-FFF2-40B4-BE49-F238E27FC236}">
                <a16:creationId xmlns:a16="http://schemas.microsoft.com/office/drawing/2014/main" id="{355CF859-9ACC-A93C-1E6A-DB34722A6715}"/>
              </a:ext>
            </a:extLst>
          </p:cNvPr>
          <p:cNvSpPr txBox="1"/>
          <p:nvPr/>
        </p:nvSpPr>
        <p:spPr>
          <a:xfrm>
            <a:off x="1066800" y="24903986"/>
            <a:ext cx="2691757" cy="553998"/>
          </a:xfrm>
          <a:prstGeom prst="rect">
            <a:avLst/>
          </a:prstGeom>
          <a:noFill/>
        </p:spPr>
        <p:txBody>
          <a:bodyPr wrap="square" rtlCol="0">
            <a:spAutoFit/>
          </a:bodyPr>
          <a:lstStyle/>
          <a:p>
            <a:r>
              <a:rPr lang="en-US" sz="3000" dirty="0"/>
              <a:t>Data Analysis</a:t>
            </a:r>
          </a:p>
        </p:txBody>
      </p:sp>
      <p:sp>
        <p:nvSpPr>
          <p:cNvPr id="1024" name="TextBox 1023">
            <a:extLst>
              <a:ext uri="{FF2B5EF4-FFF2-40B4-BE49-F238E27FC236}">
                <a16:creationId xmlns:a16="http://schemas.microsoft.com/office/drawing/2014/main" id="{AF3DA12D-E262-D639-ECF9-C7673908C71B}"/>
              </a:ext>
            </a:extLst>
          </p:cNvPr>
          <p:cNvSpPr txBox="1"/>
          <p:nvPr/>
        </p:nvSpPr>
        <p:spPr>
          <a:xfrm>
            <a:off x="27484056" y="7312229"/>
            <a:ext cx="9823287" cy="15311884"/>
          </a:xfrm>
          <a:prstGeom prst="rect">
            <a:avLst/>
          </a:prstGeom>
          <a:noFill/>
        </p:spPr>
        <p:txBody>
          <a:bodyPr wrap="square" rtlCol="0">
            <a:spAutoFit/>
          </a:bodyPr>
          <a:lstStyle/>
          <a:p>
            <a:r>
              <a:rPr lang="en-US" sz="3500" b="1" dirty="0"/>
              <a:t>Effect of Plant Visits by Bee Species:</a:t>
            </a:r>
          </a:p>
          <a:p>
            <a:pPr marL="457200" indent="-457200">
              <a:buFontTx/>
              <a:buChar char="-"/>
            </a:pPr>
            <a:r>
              <a:rPr lang="en-US" sz="3400" dirty="0"/>
              <a:t>We found no support (p-value=0.45) for our hypothesis that native Oregon plants attract more species of native bees in the Oregon coastal regions than nonnative plants.</a:t>
            </a:r>
          </a:p>
          <a:p>
            <a:pPr marL="457200" indent="-457200">
              <a:buFontTx/>
              <a:buChar char="-"/>
            </a:pPr>
            <a:endParaRPr lang="en-US" sz="3400" dirty="0"/>
          </a:p>
          <a:p>
            <a:pPr marL="457200" indent="-457200">
              <a:buFontTx/>
              <a:buChar char="-"/>
            </a:pPr>
            <a:r>
              <a:rPr lang="en-US" sz="3400" dirty="0"/>
              <a:t>Nearly a quarter of the bee species were only observed on nonnative plants. This could be due to very small (1-3 individuals) sample sizes for these species, and this could represent a limitation of our analysis.</a:t>
            </a:r>
          </a:p>
          <a:p>
            <a:pPr marL="457200" indent="-457200">
              <a:buFontTx/>
              <a:buChar char="-"/>
            </a:pPr>
            <a:endParaRPr lang="en-US" sz="3400" dirty="0"/>
          </a:p>
          <a:p>
            <a:pPr marL="457200" indent="-457200">
              <a:buFontTx/>
              <a:buChar char="-"/>
            </a:pPr>
            <a:r>
              <a:rPr lang="en-US" sz="3400" dirty="0"/>
              <a:t>Alternatively, nonnative plants could be very successful at attracting bees, due either to their abundance or to the characteristics of the pollen (Seitz et al. 2020). </a:t>
            </a:r>
          </a:p>
          <a:p>
            <a:pPr marL="457200" indent="-457200">
              <a:buFontTx/>
              <a:buChar char="-"/>
            </a:pPr>
            <a:endParaRPr lang="en-US" sz="3400" dirty="0"/>
          </a:p>
          <a:p>
            <a:r>
              <a:rPr lang="en-US" sz="3500" b="1" dirty="0"/>
              <a:t>Effect of Most Commonly Visited Plants</a:t>
            </a:r>
            <a:r>
              <a:rPr lang="en-US" sz="3500" dirty="0"/>
              <a:t>:</a:t>
            </a:r>
          </a:p>
          <a:p>
            <a:pPr marL="457200" indent="-457200">
              <a:buFontTx/>
              <a:buChar char="-"/>
            </a:pPr>
            <a:r>
              <a:rPr lang="en-US" sz="3400" dirty="0"/>
              <a:t>Native plants with the highest number of bee species visits occupied a variety of coastal habitats such as beaches, marshes, grasslands, forests, and bluffs, complicating their conservation.</a:t>
            </a:r>
          </a:p>
          <a:p>
            <a:endParaRPr lang="en-US" sz="3400" dirty="0"/>
          </a:p>
          <a:p>
            <a:pPr marL="457200" indent="-457200">
              <a:buFontTx/>
              <a:buChar char="-"/>
            </a:pPr>
            <a:r>
              <a:rPr lang="en-US" sz="3400" dirty="0"/>
              <a:t>Nonnative plants with the highest number of bee species visits were weedy invasions such as the Himalayan blackberry that often grow in disturbed areas and along roadsides.</a:t>
            </a:r>
          </a:p>
          <a:p>
            <a:endParaRPr lang="en-US" sz="3400" dirty="0"/>
          </a:p>
        </p:txBody>
      </p:sp>
      <p:sp>
        <p:nvSpPr>
          <p:cNvPr id="1025" name="TextBox 1024">
            <a:extLst>
              <a:ext uri="{FF2B5EF4-FFF2-40B4-BE49-F238E27FC236}">
                <a16:creationId xmlns:a16="http://schemas.microsoft.com/office/drawing/2014/main" id="{C87CD3EB-BEBF-022C-A77C-C3A9B9F7C500}"/>
              </a:ext>
            </a:extLst>
          </p:cNvPr>
          <p:cNvSpPr txBox="1"/>
          <p:nvPr/>
        </p:nvSpPr>
        <p:spPr>
          <a:xfrm>
            <a:off x="964170" y="7427036"/>
            <a:ext cx="10047093" cy="8402300"/>
          </a:xfrm>
          <a:prstGeom prst="rect">
            <a:avLst/>
          </a:prstGeom>
          <a:noFill/>
        </p:spPr>
        <p:txBody>
          <a:bodyPr wrap="square" rtlCol="0">
            <a:spAutoFit/>
          </a:bodyPr>
          <a:lstStyle/>
          <a:p>
            <a:r>
              <a:rPr lang="en-US" sz="2600" dirty="0"/>
              <a:t>Native and nonnative plants differ in the types of bee species they support. They shape pollination networks and influence ecosystem services such as plant reproduction, biodiversity maintenance, and habitat resilience (Potts et al. 2010).</a:t>
            </a:r>
          </a:p>
          <a:p>
            <a:r>
              <a:rPr lang="en-US" sz="2600" dirty="0"/>
              <a:t>Previous studies across regions show that while native plants often sustain richer and more specialized bee communities, nonnative species can attract abundant generalist pollinators and sometimes disrupt native plant–pollinator interactions (Seitz et al. 2020; </a:t>
            </a:r>
            <a:r>
              <a:rPr lang="en-US" sz="2600" dirty="0" err="1"/>
              <a:t>Chrobock</a:t>
            </a:r>
            <a:r>
              <a:rPr lang="en-US" sz="2600" dirty="0"/>
              <a:t> et al. 2013; Martini et al. 2025).</a:t>
            </a:r>
          </a:p>
          <a:p>
            <a:endParaRPr lang="en-US" sz="2600" dirty="0"/>
          </a:p>
          <a:p>
            <a:r>
              <a:rPr lang="en-US" sz="2600" b="1" dirty="0"/>
              <a:t>GAP</a:t>
            </a:r>
            <a:r>
              <a:rPr lang="en-US" sz="2600" dirty="0"/>
              <a:t>: </a:t>
            </a:r>
          </a:p>
          <a:p>
            <a:r>
              <a:rPr lang="en-US" sz="2600" dirty="0"/>
              <a:t>No study has evaluated whether coastal Oregon bee species visit native plants more than nonnative plants using Oregon Bee Atlas (OBA) data.</a:t>
            </a:r>
          </a:p>
          <a:p>
            <a:endParaRPr lang="en-US" sz="2600" dirty="0"/>
          </a:p>
          <a:p>
            <a:r>
              <a:rPr lang="en-US" sz="2600" dirty="0"/>
              <a:t>This project provides a region-specific analysis of how plant identity and nativity influence bee visitation patterns. Identifying which plants support the greatest number of bee species can guide conservation planning, invasive-species management, and community planting efforts aimed at sustaining diverse and resilient bee communities along the Oregon coast.</a:t>
            </a:r>
          </a:p>
          <a:p>
            <a:endParaRPr lang="en-US" sz="2000" dirty="0"/>
          </a:p>
        </p:txBody>
      </p:sp>
      <p:sp>
        <p:nvSpPr>
          <p:cNvPr id="1027" name="TextBox 1026">
            <a:extLst>
              <a:ext uri="{FF2B5EF4-FFF2-40B4-BE49-F238E27FC236}">
                <a16:creationId xmlns:a16="http://schemas.microsoft.com/office/drawing/2014/main" id="{B573CDB6-BD86-D08E-0C93-524EC8859562}"/>
              </a:ext>
            </a:extLst>
          </p:cNvPr>
          <p:cNvSpPr txBox="1"/>
          <p:nvPr/>
        </p:nvSpPr>
        <p:spPr>
          <a:xfrm>
            <a:off x="27359046" y="22521765"/>
            <a:ext cx="10394395" cy="7478970"/>
          </a:xfrm>
          <a:prstGeom prst="rect">
            <a:avLst/>
          </a:prstGeom>
          <a:noFill/>
        </p:spPr>
        <p:txBody>
          <a:bodyPr wrap="square" rtlCol="0">
            <a:spAutoFit/>
          </a:bodyPr>
          <a:lstStyle/>
          <a:p>
            <a:r>
              <a:rPr lang="en-US" sz="2000" dirty="0"/>
              <a:t>Best, L., J. D. Engler, C. Feuerborn, J. Larsen, B. Lindh, C. J. Marshall, A. </a:t>
            </a:r>
            <a:r>
              <a:rPr lang="en-US" sz="2000" dirty="0" err="1"/>
              <a:t>Melathopoulos</a:t>
            </a:r>
            <a:r>
              <a:rPr lang="en-US" sz="2000" dirty="0"/>
              <a:t>, S. Kincaid, S.V. J. Robinson. 2022. Oregon Bee Atlas: Wild bee findings from 2019. Catalog of the Oregon State Arthropod Collection. 6(1): 1—13. DOI: </a:t>
            </a:r>
            <a:r>
              <a:rPr lang="en-US" sz="2000" dirty="0">
                <a:hlinkClick r:id="rId28"/>
              </a:rPr>
              <a:t>http://dx.doi.org/10.5399/osu/cat_osac.6.1.4906</a:t>
            </a:r>
            <a:r>
              <a:rPr lang="en-US" sz="2000" dirty="0"/>
              <a:t>.</a:t>
            </a:r>
          </a:p>
          <a:p>
            <a:endParaRPr lang="en-US" sz="2000" dirty="0"/>
          </a:p>
          <a:p>
            <a:r>
              <a:rPr lang="en-US" sz="2000" dirty="0" err="1"/>
              <a:t>Chrobock</a:t>
            </a:r>
            <a:r>
              <a:rPr lang="en-US" sz="2000" dirty="0"/>
              <a:t>, T., Winiger, P., Fischer, M., &amp; van </a:t>
            </a:r>
            <a:r>
              <a:rPr lang="en-US" sz="2000" dirty="0" err="1"/>
              <a:t>Kleunen</a:t>
            </a:r>
            <a:r>
              <a:rPr lang="en-US" sz="2000" dirty="0"/>
              <a:t>, M. (2013). The cobblers stick to their lasts: pollinators prefer native over alien plant species in a multi-species experiment. Biological Invasions, 15(11), 2577–2588. https://doi.org/10.1007/s10530-013-0474-3 </a:t>
            </a:r>
          </a:p>
          <a:p>
            <a:endParaRPr lang="en-US" sz="2000" dirty="0"/>
          </a:p>
          <a:p>
            <a:r>
              <a:rPr lang="en-US" sz="2000" dirty="0"/>
              <a:t>Martini, M., Kaul, E., Miller, R., Gibbs, J., &amp; Bobiwash, K. (2025). Non-native plants in road verges attract pollinators despite associated declines in native flowers. Global Ecology and Conservation, 58, Article e03489. https://doi.org/10.1016/j.gecco.2025.e03489 </a:t>
            </a:r>
          </a:p>
          <a:p>
            <a:endParaRPr lang="en-US" sz="2000" dirty="0"/>
          </a:p>
          <a:p>
            <a:r>
              <a:rPr lang="en-US" sz="2000" dirty="0"/>
              <a:t>Parra-</a:t>
            </a:r>
            <a:r>
              <a:rPr lang="en-US" sz="2000" dirty="0" err="1"/>
              <a:t>Tabla</a:t>
            </a:r>
            <a:r>
              <a:rPr lang="en-US" sz="2000" dirty="0"/>
              <a:t>, V., &amp; Arceo-Gómez, G. (2021). Impacts of plant invasions in native plant–pollinator networks. New Phytologist, 230(6), 2117-2128. https://doi.org/10.1111/nph.17339 </a:t>
            </a:r>
          </a:p>
          <a:p>
            <a:endParaRPr lang="en-US" sz="2000" dirty="0"/>
          </a:p>
          <a:p>
            <a:r>
              <a:rPr lang="en-US" sz="2000" dirty="0"/>
              <a:t>Potts SG, </a:t>
            </a:r>
            <a:r>
              <a:rPr lang="en-US" sz="2000" dirty="0" err="1"/>
              <a:t>Biesmeijer</a:t>
            </a:r>
            <a:r>
              <a:rPr lang="en-US" sz="2000" dirty="0"/>
              <a:t> JC, Kremen C, Neumann P, Schweiger O, Kunin WE. Global pollinator declines: trends, impacts and drivers. Trends </a:t>
            </a:r>
            <a:r>
              <a:rPr lang="en-US" sz="2000" dirty="0" err="1"/>
              <a:t>Ecol</a:t>
            </a:r>
            <a:r>
              <a:rPr lang="en-US" sz="2000" dirty="0"/>
              <a:t> Evol. 2010 Jun;25(6):345-53. </a:t>
            </a:r>
            <a:r>
              <a:rPr lang="en-US" sz="2000" dirty="0" err="1"/>
              <a:t>doi</a:t>
            </a:r>
            <a:r>
              <a:rPr lang="en-US" sz="2000" dirty="0"/>
              <a:t>: 10.1016/j.tree.2010.01.007. </a:t>
            </a:r>
            <a:r>
              <a:rPr lang="en-US" sz="2000" dirty="0" err="1"/>
              <a:t>Epub</a:t>
            </a:r>
            <a:r>
              <a:rPr lang="en-US" sz="2000" dirty="0"/>
              <a:t> 2010 Feb 24. PMID: 20188434. </a:t>
            </a:r>
          </a:p>
          <a:p>
            <a:endParaRPr lang="en-US" sz="2000" dirty="0"/>
          </a:p>
          <a:p>
            <a:r>
              <a:rPr lang="en-US" sz="2000" dirty="0"/>
              <a:t>Seitz, N., </a:t>
            </a:r>
            <a:r>
              <a:rPr lang="en-US" sz="2000" dirty="0" err="1"/>
              <a:t>vanEngelsdorp</a:t>
            </a:r>
            <a:r>
              <a:rPr lang="en-US" sz="2000" dirty="0"/>
              <a:t>, D., &amp; Leonhardt, S. D. (2020). Are native and non‐native pollinator friendly plants equally valuable for native wild bee communities? Ecology and Evolution, 10(23), 12838–12850. https://doi.org/10.1002/ece3.6826 </a:t>
            </a:r>
          </a:p>
          <a:p>
            <a:endParaRPr lang="en-US" sz="2000" dirty="0"/>
          </a:p>
          <a:p>
            <a:r>
              <a:rPr lang="en-US" sz="2000" b="1" dirty="0"/>
              <a:t>Acknowledgements</a:t>
            </a:r>
            <a:r>
              <a:rPr lang="en-US" sz="2000" dirty="0"/>
              <a:t>: OBA bee atlas, Dr. </a:t>
            </a:r>
            <a:r>
              <a:rPr lang="en-US" sz="2000" dirty="0" err="1"/>
              <a:t>Ponisio</a:t>
            </a:r>
            <a:r>
              <a:rPr lang="en-US" sz="2000" dirty="0"/>
              <a:t>, Oregon Flora. </a:t>
            </a:r>
          </a:p>
        </p:txBody>
      </p:sp>
      <p:sp>
        <p:nvSpPr>
          <p:cNvPr id="1029" name="TextBox 1028">
            <a:extLst>
              <a:ext uri="{FF2B5EF4-FFF2-40B4-BE49-F238E27FC236}">
                <a16:creationId xmlns:a16="http://schemas.microsoft.com/office/drawing/2014/main" id="{91D0D3E1-E62D-8B80-A8CB-E8C2311943A9}"/>
              </a:ext>
            </a:extLst>
          </p:cNvPr>
          <p:cNvSpPr txBox="1"/>
          <p:nvPr/>
        </p:nvSpPr>
        <p:spPr>
          <a:xfrm>
            <a:off x="818078" y="16577021"/>
            <a:ext cx="10277233" cy="2585323"/>
          </a:xfrm>
          <a:prstGeom prst="rect">
            <a:avLst/>
          </a:prstGeom>
          <a:noFill/>
        </p:spPr>
        <p:txBody>
          <a:bodyPr wrap="square" rtlCol="0">
            <a:spAutoFit/>
          </a:bodyPr>
          <a:lstStyle/>
          <a:p>
            <a:pPr marL="342900" indent="-342900">
              <a:buFont typeface="Arial" panose="020B0604020202020204" pitchFamily="34" charset="0"/>
              <a:buChar char="•"/>
            </a:pPr>
            <a:r>
              <a:rPr lang="en-US" sz="3400" dirty="0"/>
              <a:t>Do more coastal Oregon bee species visit native than nonnative plants?</a:t>
            </a:r>
          </a:p>
          <a:p>
            <a:pPr marL="342900" indent="-342900">
              <a:buFont typeface="Arial" panose="020B0604020202020204" pitchFamily="34" charset="0"/>
              <a:buChar char="•"/>
            </a:pPr>
            <a:r>
              <a:rPr lang="en-US" sz="3400" dirty="0"/>
              <a:t>Which plant species attract the greatest number of bee species?</a:t>
            </a:r>
          </a:p>
          <a:p>
            <a:endParaRPr lang="en-US" sz="2600" dirty="0"/>
          </a:p>
        </p:txBody>
      </p:sp>
    </p:spTree>
    <p:extLst>
      <p:ext uri="{BB962C8B-B14F-4D97-AF65-F5344CB8AC3E}">
        <p14:creationId xmlns:p14="http://schemas.microsoft.com/office/powerpoint/2010/main" val="2836234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4a8057ab-f439-4764-a97c-4bf49cdf735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85480E115D50B4FADE0A535C341C9EE" ma:contentTypeVersion="9" ma:contentTypeDescription="Create a new document." ma:contentTypeScope="" ma:versionID="44ef893ee3d7f85ad0c23340fd16b0ba">
  <xsd:schema xmlns:xsd="http://www.w3.org/2001/XMLSchema" xmlns:xs="http://www.w3.org/2001/XMLSchema" xmlns:p="http://schemas.microsoft.com/office/2006/metadata/properties" xmlns:ns3="4a8057ab-f439-4764-a97c-4bf49cdf7355" xmlns:ns4="44f54941-32f9-4fbd-8504-058d13ff35bf" targetNamespace="http://schemas.microsoft.com/office/2006/metadata/properties" ma:root="true" ma:fieldsID="3037d3a0eef7b097f36ea6f79f5ff0c8" ns3:_="" ns4:_="">
    <xsd:import namespace="4a8057ab-f439-4764-a97c-4bf49cdf7355"/>
    <xsd:import namespace="44f54941-32f9-4fbd-8504-058d13ff35bf"/>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MediaServiceSearchProperties" minOccurs="0"/>
                <xsd:element ref="ns3:_activity" minOccurs="0"/>
                <xsd:element ref="ns4:SharedWithUsers" minOccurs="0"/>
                <xsd:element ref="ns4:SharedWithDetails" minOccurs="0"/>
                <xsd:element ref="ns4:SharingHintHash"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8057ab-f439-4764-a97c-4bf49cdf735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4f54941-32f9-4fbd-8504-058d13ff35b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ED6497-CB12-4BE5-A6D8-27969E015944}">
  <ds:schemaRefs>
    <ds:schemaRef ds:uri="http://schemas.microsoft.com/office/infopath/2007/PartnerControls"/>
    <ds:schemaRef ds:uri="http://www.w3.org/XML/1998/namespace"/>
    <ds:schemaRef ds:uri="http://purl.org/dc/terms/"/>
    <ds:schemaRef ds:uri="44f54941-32f9-4fbd-8504-058d13ff35bf"/>
    <ds:schemaRef ds:uri="4a8057ab-f439-4764-a97c-4bf49cdf7355"/>
    <ds:schemaRef ds:uri="http://purl.org/dc/elements/1.1/"/>
    <ds:schemaRef ds:uri="http://schemas.microsoft.com/office/2006/documentManagement/types"/>
    <ds:schemaRef ds:uri="http://schemas.openxmlformats.org/package/2006/metadata/core-properti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4B4DB7DA-D8F5-47AB-9346-676E658995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a8057ab-f439-4764-a97c-4bf49cdf7355"/>
    <ds:schemaRef ds:uri="44f54941-32f9-4fbd-8504-058d13ff35b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EAA44C3-3866-494C-9120-7B42F7968B8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1014</Words>
  <Application>Microsoft Macintosh PowerPoint</Application>
  <PresentationFormat>Custom</PresentationFormat>
  <Paragraphs>76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Al Bayan Plain</vt:lpstr>
      <vt:lpstr>Arial</vt:lpstr>
      <vt:lpstr>Bangla MN</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
  <cp:revision>67</cp:revision>
  <dcterms:created xsi:type="dcterms:W3CDTF">2012-08-24T00:53:15Z</dcterms:created>
  <dcterms:modified xsi:type="dcterms:W3CDTF">2025-12-07T03:09:46Z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0x010100185480E115D50B4FADE0A535C341C9EE</vt:lpwstr>
  </property>
  <property fmtid="{D5CDD505-2E9C-101B-9397-08002B2CF9AE}" pid="3" name="MediaServiceImageTags">
    <vt:lpwstr/>
  </property>
</Properties>
</file>