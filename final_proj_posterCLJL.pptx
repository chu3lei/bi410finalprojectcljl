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6"/>
  </p:notesMasterIdLst>
  <p:sldIdLst>
    <p:sldId id="258" r:id="rId5"/>
  </p:sldIdLst>
  <p:sldSz cx="38404800" cy="32918400"/>
  <p:notesSz cx="6858000" cy="9144000"/>
  <p:defaultTextStyle>
    <a:defPPr>
      <a:defRPr lang="en-US"/>
    </a:defPPr>
    <a:lvl1pPr marL="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1pPr>
    <a:lvl2pPr marL="219456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2pPr>
    <a:lvl3pPr marL="438912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3pPr>
    <a:lvl4pPr marL="658368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4pPr>
    <a:lvl5pPr marL="877824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5pPr>
    <a:lvl6pPr marL="1097280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6pPr>
    <a:lvl7pPr marL="1316736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7pPr>
    <a:lvl8pPr marL="1536192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8pPr>
    <a:lvl9pPr marL="1755648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4024" userDrawn="1">
          <p15:clr>
            <a:srgbClr val="A4A3A4"/>
          </p15:clr>
        </p15:guide>
        <p15:guide id="2" orient="horz" pos="103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A0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D4A1358-77E5-CD2D-B2C0-DA460FA994F1}" v="11" dt="2024-04-12T22:09:45.711"/>
    <p1510:client id="{C74B9BA4-48D9-6960-D17D-F9B457328D2C}" v="330" dt="2024-04-12T22:22:11.2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721" autoAdjust="0"/>
    <p:restoredTop sz="94694"/>
  </p:normalViewPr>
  <p:slideViewPr>
    <p:cSldViewPr>
      <p:cViewPr>
        <p:scale>
          <a:sx n="26" d="100"/>
          <a:sy n="26" d="100"/>
        </p:scale>
        <p:origin x="466" y="-840"/>
      </p:cViewPr>
      <p:guideLst>
        <p:guide pos="24024"/>
        <p:guide orient="horz" pos="1036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4EA0B36-45A6-4826-BA15-6DBE6842A786}" type="doc">
      <dgm:prSet loTypeId="urn:microsoft.com/office/officeart/2008/layout/HorizontalMultiLevelHierarchy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D680BB2-22E3-44E5-9CFC-23E34D839579}">
      <dgm:prSet phldrT="[Text]" phldr="0" custT="1"/>
      <dgm:spPr/>
      <dgm:t>
        <a:bodyPr/>
        <a:lstStyle/>
        <a:p>
          <a:r>
            <a:rPr lang="en-US" sz="3600" dirty="0"/>
            <a:t>Collect data sets</a:t>
          </a:r>
        </a:p>
      </dgm:t>
    </dgm:pt>
    <dgm:pt modelId="{3B2904FE-6752-43A1-AB80-8591956BE889}" type="parTrans" cxnId="{C3418FF9-C388-44A0-BC9E-E881F95B2610}">
      <dgm:prSet/>
      <dgm:spPr/>
      <dgm:t>
        <a:bodyPr/>
        <a:lstStyle/>
        <a:p>
          <a:endParaRPr lang="en-US"/>
        </a:p>
      </dgm:t>
    </dgm:pt>
    <dgm:pt modelId="{181E52FE-BBEC-44CB-8C95-1D19FDB42BE8}" type="sibTrans" cxnId="{C3418FF9-C388-44A0-BC9E-E881F95B2610}">
      <dgm:prSet/>
      <dgm:spPr/>
      <dgm:t>
        <a:bodyPr/>
        <a:lstStyle/>
        <a:p>
          <a:endParaRPr lang="en-US"/>
        </a:p>
      </dgm:t>
    </dgm:pt>
    <dgm:pt modelId="{A99668A7-85B0-48C8-AF04-153EDA9EEA9E}">
      <dgm:prSet phldrT="[Text]" phldr="0" custT="1"/>
      <dgm:spPr/>
      <dgm:t>
        <a:bodyPr/>
        <a:lstStyle/>
        <a:p>
          <a:r>
            <a:rPr lang="en-US" sz="3600" dirty="0"/>
            <a:t>Oregon Bee Atlas</a:t>
          </a:r>
        </a:p>
      </dgm:t>
    </dgm:pt>
    <dgm:pt modelId="{A65B7F37-E4BE-4CA6-ACB4-3D5AD9E10880}" type="parTrans" cxnId="{27883FA8-B59D-490F-8593-46165B8CF079}">
      <dgm:prSet/>
      <dgm:spPr/>
      <dgm:t>
        <a:bodyPr/>
        <a:lstStyle/>
        <a:p>
          <a:endParaRPr lang="en-US"/>
        </a:p>
      </dgm:t>
    </dgm:pt>
    <dgm:pt modelId="{E1D63676-580C-4094-86C6-E02DD179F5E2}" type="sibTrans" cxnId="{27883FA8-B59D-490F-8593-46165B8CF079}">
      <dgm:prSet/>
      <dgm:spPr/>
      <dgm:t>
        <a:bodyPr/>
        <a:lstStyle/>
        <a:p>
          <a:endParaRPr lang="en-US"/>
        </a:p>
      </dgm:t>
    </dgm:pt>
    <dgm:pt modelId="{7A4E8D91-FF8B-4C52-B876-6AAEE933E263}">
      <dgm:prSet phldrT="[Text]" phldr="0" custT="1"/>
      <dgm:spPr/>
      <dgm:t>
        <a:bodyPr/>
        <a:lstStyle/>
        <a:p>
          <a:r>
            <a:rPr lang="en-US" sz="3600" dirty="0"/>
            <a:t>Oregon Ecoregions</a:t>
          </a:r>
        </a:p>
      </dgm:t>
    </dgm:pt>
    <dgm:pt modelId="{4D45A49B-01E1-4CF0-9FCA-67856517CAEE}" type="parTrans" cxnId="{A7FBF7E9-FE7D-4810-8A8A-2F04445D0784}">
      <dgm:prSet/>
      <dgm:spPr/>
      <dgm:t>
        <a:bodyPr/>
        <a:lstStyle/>
        <a:p>
          <a:endParaRPr lang="en-US"/>
        </a:p>
      </dgm:t>
    </dgm:pt>
    <dgm:pt modelId="{7A2CA237-8749-49A4-AD97-21CDDD7EFCFC}" type="sibTrans" cxnId="{A7FBF7E9-FE7D-4810-8A8A-2F04445D0784}">
      <dgm:prSet/>
      <dgm:spPr/>
      <dgm:t>
        <a:bodyPr/>
        <a:lstStyle/>
        <a:p>
          <a:endParaRPr lang="en-US"/>
        </a:p>
      </dgm:t>
    </dgm:pt>
    <dgm:pt modelId="{52808CFB-3DA2-4FA7-9658-D5C858D71E63}">
      <dgm:prSet phldrT="[Text]" phldr="0" custT="1"/>
      <dgm:spPr/>
      <dgm:t>
        <a:bodyPr/>
        <a:lstStyle/>
        <a:p>
          <a:r>
            <a:rPr lang="en-US" sz="3600" dirty="0"/>
            <a:t>Oregon Plant Species</a:t>
          </a:r>
        </a:p>
      </dgm:t>
    </dgm:pt>
    <dgm:pt modelId="{F950AABC-9DE5-4DEF-A6F2-480110144CD3}" type="parTrans" cxnId="{068A24AD-E775-40B8-B304-FBAB7BB41A93}">
      <dgm:prSet/>
      <dgm:spPr/>
      <dgm:t>
        <a:bodyPr/>
        <a:lstStyle/>
        <a:p>
          <a:endParaRPr lang="en-US"/>
        </a:p>
      </dgm:t>
    </dgm:pt>
    <dgm:pt modelId="{5BA28515-131C-42FF-B9A7-A48D740A5924}" type="sibTrans" cxnId="{068A24AD-E775-40B8-B304-FBAB7BB41A93}">
      <dgm:prSet/>
      <dgm:spPr/>
      <dgm:t>
        <a:bodyPr/>
        <a:lstStyle/>
        <a:p>
          <a:endParaRPr lang="en-US"/>
        </a:p>
      </dgm:t>
    </dgm:pt>
    <dgm:pt modelId="{84E581D1-1087-4E50-A24E-A3E82743A52D}" type="pres">
      <dgm:prSet presAssocID="{94EA0B36-45A6-4826-BA15-6DBE6842A786}" presName="Name0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A76990A2-1052-42F2-97B4-43581BFB97B6}" type="pres">
      <dgm:prSet presAssocID="{2D680BB2-22E3-44E5-9CFC-23E34D839579}" presName="root1" presStyleCnt="0"/>
      <dgm:spPr/>
    </dgm:pt>
    <dgm:pt modelId="{FAC37BAF-4369-4E5B-A966-7FD138B3F8C8}" type="pres">
      <dgm:prSet presAssocID="{2D680BB2-22E3-44E5-9CFC-23E34D839579}" presName="LevelOneTextNode" presStyleLbl="node0" presStyleIdx="0" presStyleCnt="1" custScaleY="79737">
        <dgm:presLayoutVars>
          <dgm:chPref val="3"/>
        </dgm:presLayoutVars>
      </dgm:prSet>
      <dgm:spPr>
        <a:prstGeom prst="flowChartAlternateProcess">
          <a:avLst/>
        </a:prstGeom>
      </dgm:spPr>
    </dgm:pt>
    <dgm:pt modelId="{686709A6-994E-4255-90DB-0BE9B743C145}" type="pres">
      <dgm:prSet presAssocID="{2D680BB2-22E3-44E5-9CFC-23E34D839579}" presName="level2hierChild" presStyleCnt="0"/>
      <dgm:spPr/>
    </dgm:pt>
    <dgm:pt modelId="{0989FE51-D478-4839-81E4-E08FC607EAAB}" type="pres">
      <dgm:prSet presAssocID="{A65B7F37-E4BE-4CA6-ACB4-3D5AD9E10880}" presName="conn2-1" presStyleLbl="parChTrans1D2" presStyleIdx="0" presStyleCnt="3"/>
      <dgm:spPr/>
    </dgm:pt>
    <dgm:pt modelId="{63F9ACAA-0396-41C0-8D97-554564FC24A2}" type="pres">
      <dgm:prSet presAssocID="{A65B7F37-E4BE-4CA6-ACB4-3D5AD9E10880}" presName="connTx" presStyleLbl="parChTrans1D2" presStyleIdx="0" presStyleCnt="3"/>
      <dgm:spPr/>
    </dgm:pt>
    <dgm:pt modelId="{7F7C9440-E194-407E-997D-BB0ECF48172B}" type="pres">
      <dgm:prSet presAssocID="{A99668A7-85B0-48C8-AF04-153EDA9EEA9E}" presName="root2" presStyleCnt="0"/>
      <dgm:spPr/>
    </dgm:pt>
    <dgm:pt modelId="{42E3C87B-6676-43CA-B3F5-95708160ACC1}" type="pres">
      <dgm:prSet presAssocID="{A99668A7-85B0-48C8-AF04-153EDA9EEA9E}" presName="LevelTwoTextNode" presStyleLbl="node2" presStyleIdx="0" presStyleCnt="3">
        <dgm:presLayoutVars>
          <dgm:chPref val="3"/>
        </dgm:presLayoutVars>
      </dgm:prSet>
      <dgm:spPr/>
    </dgm:pt>
    <dgm:pt modelId="{F017E12C-8AD9-4DF2-89B5-F790AFE01332}" type="pres">
      <dgm:prSet presAssocID="{A99668A7-85B0-48C8-AF04-153EDA9EEA9E}" presName="level3hierChild" presStyleCnt="0"/>
      <dgm:spPr/>
    </dgm:pt>
    <dgm:pt modelId="{46C707D2-CF2A-4226-BDFF-82AA841E4348}" type="pres">
      <dgm:prSet presAssocID="{4D45A49B-01E1-4CF0-9FCA-67856517CAEE}" presName="conn2-1" presStyleLbl="parChTrans1D2" presStyleIdx="1" presStyleCnt="3"/>
      <dgm:spPr/>
    </dgm:pt>
    <dgm:pt modelId="{70104878-EAB1-45FB-BE6F-AB72F1132E11}" type="pres">
      <dgm:prSet presAssocID="{4D45A49B-01E1-4CF0-9FCA-67856517CAEE}" presName="connTx" presStyleLbl="parChTrans1D2" presStyleIdx="1" presStyleCnt="3"/>
      <dgm:spPr/>
    </dgm:pt>
    <dgm:pt modelId="{CF17EE4E-5B9D-42E8-9091-D3192354C775}" type="pres">
      <dgm:prSet presAssocID="{7A4E8D91-FF8B-4C52-B876-6AAEE933E263}" presName="root2" presStyleCnt="0"/>
      <dgm:spPr/>
    </dgm:pt>
    <dgm:pt modelId="{CC001EA6-3251-4B6A-9275-EC614F8775F1}" type="pres">
      <dgm:prSet presAssocID="{7A4E8D91-FF8B-4C52-B876-6AAEE933E263}" presName="LevelTwoTextNode" presStyleLbl="node2" presStyleIdx="1" presStyleCnt="3">
        <dgm:presLayoutVars>
          <dgm:chPref val="3"/>
        </dgm:presLayoutVars>
      </dgm:prSet>
      <dgm:spPr/>
    </dgm:pt>
    <dgm:pt modelId="{65102395-B6D4-467C-9480-7E88DE565850}" type="pres">
      <dgm:prSet presAssocID="{7A4E8D91-FF8B-4C52-B876-6AAEE933E263}" presName="level3hierChild" presStyleCnt="0"/>
      <dgm:spPr/>
    </dgm:pt>
    <dgm:pt modelId="{1F046384-383C-4AB4-8526-E32FA94CE8CE}" type="pres">
      <dgm:prSet presAssocID="{F950AABC-9DE5-4DEF-A6F2-480110144CD3}" presName="conn2-1" presStyleLbl="parChTrans1D2" presStyleIdx="2" presStyleCnt="3"/>
      <dgm:spPr/>
    </dgm:pt>
    <dgm:pt modelId="{4ABC3B99-B734-4FEA-8F37-CF1C9428AA70}" type="pres">
      <dgm:prSet presAssocID="{F950AABC-9DE5-4DEF-A6F2-480110144CD3}" presName="connTx" presStyleLbl="parChTrans1D2" presStyleIdx="2" presStyleCnt="3"/>
      <dgm:spPr/>
    </dgm:pt>
    <dgm:pt modelId="{AE4D0780-E58E-4C05-AD9A-5D5E44072795}" type="pres">
      <dgm:prSet presAssocID="{52808CFB-3DA2-4FA7-9658-D5C858D71E63}" presName="root2" presStyleCnt="0"/>
      <dgm:spPr/>
    </dgm:pt>
    <dgm:pt modelId="{2769AFD8-EC95-40CB-861B-BD52D6BE5951}" type="pres">
      <dgm:prSet presAssocID="{52808CFB-3DA2-4FA7-9658-D5C858D71E63}" presName="LevelTwoTextNode" presStyleLbl="node2" presStyleIdx="2" presStyleCnt="3">
        <dgm:presLayoutVars>
          <dgm:chPref val="3"/>
        </dgm:presLayoutVars>
      </dgm:prSet>
      <dgm:spPr/>
    </dgm:pt>
    <dgm:pt modelId="{2F730BCE-A265-4D1F-AA33-000B480731DB}" type="pres">
      <dgm:prSet presAssocID="{52808CFB-3DA2-4FA7-9658-D5C858D71E63}" presName="level3hierChild" presStyleCnt="0"/>
      <dgm:spPr/>
    </dgm:pt>
  </dgm:ptLst>
  <dgm:cxnLst>
    <dgm:cxn modelId="{67B6A722-EAA8-4F15-ADDC-60641546A276}" type="presOf" srcId="{7A4E8D91-FF8B-4C52-B876-6AAEE933E263}" destId="{CC001EA6-3251-4B6A-9275-EC614F8775F1}" srcOrd="0" destOrd="0" presId="urn:microsoft.com/office/officeart/2008/layout/HorizontalMultiLevelHierarchy"/>
    <dgm:cxn modelId="{CDE98125-4C7A-43FA-853A-1146F3129064}" type="presOf" srcId="{94EA0B36-45A6-4826-BA15-6DBE6842A786}" destId="{84E581D1-1087-4E50-A24E-A3E82743A52D}" srcOrd="0" destOrd="0" presId="urn:microsoft.com/office/officeart/2008/layout/HorizontalMultiLevelHierarchy"/>
    <dgm:cxn modelId="{06ECEB29-77B2-4E7C-BB20-0A8C0199B48B}" type="presOf" srcId="{A65B7F37-E4BE-4CA6-ACB4-3D5AD9E10880}" destId="{63F9ACAA-0396-41C0-8D97-554564FC24A2}" srcOrd="1" destOrd="0" presId="urn:microsoft.com/office/officeart/2008/layout/HorizontalMultiLevelHierarchy"/>
    <dgm:cxn modelId="{85730C32-9504-4718-8B6D-3C2D0A8361EE}" type="presOf" srcId="{4D45A49B-01E1-4CF0-9FCA-67856517CAEE}" destId="{70104878-EAB1-45FB-BE6F-AB72F1132E11}" srcOrd="1" destOrd="0" presId="urn:microsoft.com/office/officeart/2008/layout/HorizontalMultiLevelHierarchy"/>
    <dgm:cxn modelId="{073CC689-86B0-4B56-8C74-9F2729BD9378}" type="presOf" srcId="{2D680BB2-22E3-44E5-9CFC-23E34D839579}" destId="{FAC37BAF-4369-4E5B-A966-7FD138B3F8C8}" srcOrd="0" destOrd="0" presId="urn:microsoft.com/office/officeart/2008/layout/HorizontalMultiLevelHierarchy"/>
    <dgm:cxn modelId="{05C6BAA6-86AE-4959-BB97-C41D25297C96}" type="presOf" srcId="{F950AABC-9DE5-4DEF-A6F2-480110144CD3}" destId="{4ABC3B99-B734-4FEA-8F37-CF1C9428AA70}" srcOrd="1" destOrd="0" presId="urn:microsoft.com/office/officeart/2008/layout/HorizontalMultiLevelHierarchy"/>
    <dgm:cxn modelId="{27883FA8-B59D-490F-8593-46165B8CF079}" srcId="{2D680BB2-22E3-44E5-9CFC-23E34D839579}" destId="{A99668A7-85B0-48C8-AF04-153EDA9EEA9E}" srcOrd="0" destOrd="0" parTransId="{A65B7F37-E4BE-4CA6-ACB4-3D5AD9E10880}" sibTransId="{E1D63676-580C-4094-86C6-E02DD179F5E2}"/>
    <dgm:cxn modelId="{068A24AD-E775-40B8-B304-FBAB7BB41A93}" srcId="{2D680BB2-22E3-44E5-9CFC-23E34D839579}" destId="{52808CFB-3DA2-4FA7-9658-D5C858D71E63}" srcOrd="2" destOrd="0" parTransId="{F950AABC-9DE5-4DEF-A6F2-480110144CD3}" sibTransId="{5BA28515-131C-42FF-B9A7-A48D740A5924}"/>
    <dgm:cxn modelId="{DF6360AD-FB9E-4C02-8BAC-49B9CA9F8956}" type="presOf" srcId="{F950AABC-9DE5-4DEF-A6F2-480110144CD3}" destId="{1F046384-383C-4AB4-8526-E32FA94CE8CE}" srcOrd="0" destOrd="0" presId="urn:microsoft.com/office/officeart/2008/layout/HorizontalMultiLevelHierarchy"/>
    <dgm:cxn modelId="{D3D37EB2-CB94-411D-905B-32C612DA3E06}" type="presOf" srcId="{A99668A7-85B0-48C8-AF04-153EDA9EEA9E}" destId="{42E3C87B-6676-43CA-B3F5-95708160ACC1}" srcOrd="0" destOrd="0" presId="urn:microsoft.com/office/officeart/2008/layout/HorizontalMultiLevelHierarchy"/>
    <dgm:cxn modelId="{C54824D1-FC41-4A87-B650-FAB3641DC0BC}" type="presOf" srcId="{52808CFB-3DA2-4FA7-9658-D5C858D71E63}" destId="{2769AFD8-EC95-40CB-861B-BD52D6BE5951}" srcOrd="0" destOrd="0" presId="urn:microsoft.com/office/officeart/2008/layout/HorizontalMultiLevelHierarchy"/>
    <dgm:cxn modelId="{8108E8E8-EBB9-4B46-8B8C-61F5FC7D3652}" type="presOf" srcId="{4D45A49B-01E1-4CF0-9FCA-67856517CAEE}" destId="{46C707D2-CF2A-4226-BDFF-82AA841E4348}" srcOrd="0" destOrd="0" presId="urn:microsoft.com/office/officeart/2008/layout/HorizontalMultiLevelHierarchy"/>
    <dgm:cxn modelId="{B72B28E9-0607-46C5-B58C-BE18CA7BB828}" type="presOf" srcId="{A65B7F37-E4BE-4CA6-ACB4-3D5AD9E10880}" destId="{0989FE51-D478-4839-81E4-E08FC607EAAB}" srcOrd="0" destOrd="0" presId="urn:microsoft.com/office/officeart/2008/layout/HorizontalMultiLevelHierarchy"/>
    <dgm:cxn modelId="{A7FBF7E9-FE7D-4810-8A8A-2F04445D0784}" srcId="{2D680BB2-22E3-44E5-9CFC-23E34D839579}" destId="{7A4E8D91-FF8B-4C52-B876-6AAEE933E263}" srcOrd="1" destOrd="0" parTransId="{4D45A49B-01E1-4CF0-9FCA-67856517CAEE}" sibTransId="{7A2CA237-8749-49A4-AD97-21CDDD7EFCFC}"/>
    <dgm:cxn modelId="{C3418FF9-C388-44A0-BC9E-E881F95B2610}" srcId="{94EA0B36-45A6-4826-BA15-6DBE6842A786}" destId="{2D680BB2-22E3-44E5-9CFC-23E34D839579}" srcOrd="0" destOrd="0" parTransId="{3B2904FE-6752-43A1-AB80-8591956BE889}" sibTransId="{181E52FE-BBEC-44CB-8C95-1D19FDB42BE8}"/>
    <dgm:cxn modelId="{15441E2D-94B5-45A9-92EC-B7FA0A509ADF}" type="presParOf" srcId="{84E581D1-1087-4E50-A24E-A3E82743A52D}" destId="{A76990A2-1052-42F2-97B4-43581BFB97B6}" srcOrd="0" destOrd="0" presId="urn:microsoft.com/office/officeart/2008/layout/HorizontalMultiLevelHierarchy"/>
    <dgm:cxn modelId="{30405CD1-31F9-43B4-B7C8-D49FDDDC19F0}" type="presParOf" srcId="{A76990A2-1052-42F2-97B4-43581BFB97B6}" destId="{FAC37BAF-4369-4E5B-A966-7FD138B3F8C8}" srcOrd="0" destOrd="0" presId="urn:microsoft.com/office/officeart/2008/layout/HorizontalMultiLevelHierarchy"/>
    <dgm:cxn modelId="{4FABF115-21F0-4718-A4BB-DDDD456AF8EF}" type="presParOf" srcId="{A76990A2-1052-42F2-97B4-43581BFB97B6}" destId="{686709A6-994E-4255-90DB-0BE9B743C145}" srcOrd="1" destOrd="0" presId="urn:microsoft.com/office/officeart/2008/layout/HorizontalMultiLevelHierarchy"/>
    <dgm:cxn modelId="{31BEB7DD-CBF8-4EA3-B384-483648AF7F58}" type="presParOf" srcId="{686709A6-994E-4255-90DB-0BE9B743C145}" destId="{0989FE51-D478-4839-81E4-E08FC607EAAB}" srcOrd="0" destOrd="0" presId="urn:microsoft.com/office/officeart/2008/layout/HorizontalMultiLevelHierarchy"/>
    <dgm:cxn modelId="{1C3325DA-95C7-4728-A1C9-B17259953E1B}" type="presParOf" srcId="{0989FE51-D478-4839-81E4-E08FC607EAAB}" destId="{63F9ACAA-0396-41C0-8D97-554564FC24A2}" srcOrd="0" destOrd="0" presId="urn:microsoft.com/office/officeart/2008/layout/HorizontalMultiLevelHierarchy"/>
    <dgm:cxn modelId="{31A7BA98-1592-48BF-8175-3DDEA731C030}" type="presParOf" srcId="{686709A6-994E-4255-90DB-0BE9B743C145}" destId="{7F7C9440-E194-407E-997D-BB0ECF48172B}" srcOrd="1" destOrd="0" presId="urn:microsoft.com/office/officeart/2008/layout/HorizontalMultiLevelHierarchy"/>
    <dgm:cxn modelId="{53B729D7-B920-49F9-BE06-37DD0B80ACD4}" type="presParOf" srcId="{7F7C9440-E194-407E-997D-BB0ECF48172B}" destId="{42E3C87B-6676-43CA-B3F5-95708160ACC1}" srcOrd="0" destOrd="0" presId="urn:microsoft.com/office/officeart/2008/layout/HorizontalMultiLevelHierarchy"/>
    <dgm:cxn modelId="{60D7770F-4F0F-4748-AB38-B6BB6D231CAF}" type="presParOf" srcId="{7F7C9440-E194-407E-997D-BB0ECF48172B}" destId="{F017E12C-8AD9-4DF2-89B5-F790AFE01332}" srcOrd="1" destOrd="0" presId="urn:microsoft.com/office/officeart/2008/layout/HorizontalMultiLevelHierarchy"/>
    <dgm:cxn modelId="{63817E0C-7ADA-4261-B21B-0E83EA705B08}" type="presParOf" srcId="{686709A6-994E-4255-90DB-0BE9B743C145}" destId="{46C707D2-CF2A-4226-BDFF-82AA841E4348}" srcOrd="2" destOrd="0" presId="urn:microsoft.com/office/officeart/2008/layout/HorizontalMultiLevelHierarchy"/>
    <dgm:cxn modelId="{B79C653E-A308-4294-A1D9-5BEB48A9BAEC}" type="presParOf" srcId="{46C707D2-CF2A-4226-BDFF-82AA841E4348}" destId="{70104878-EAB1-45FB-BE6F-AB72F1132E11}" srcOrd="0" destOrd="0" presId="urn:microsoft.com/office/officeart/2008/layout/HorizontalMultiLevelHierarchy"/>
    <dgm:cxn modelId="{4D90938E-B512-4E43-9561-1995344910FE}" type="presParOf" srcId="{686709A6-994E-4255-90DB-0BE9B743C145}" destId="{CF17EE4E-5B9D-42E8-9091-D3192354C775}" srcOrd="3" destOrd="0" presId="urn:microsoft.com/office/officeart/2008/layout/HorizontalMultiLevelHierarchy"/>
    <dgm:cxn modelId="{83FAB0F5-B9BF-476F-8B38-C7D8F4A35DF0}" type="presParOf" srcId="{CF17EE4E-5B9D-42E8-9091-D3192354C775}" destId="{CC001EA6-3251-4B6A-9275-EC614F8775F1}" srcOrd="0" destOrd="0" presId="urn:microsoft.com/office/officeart/2008/layout/HorizontalMultiLevelHierarchy"/>
    <dgm:cxn modelId="{DCC7F1EE-2E08-4FBD-8B8E-ADA2155723F2}" type="presParOf" srcId="{CF17EE4E-5B9D-42E8-9091-D3192354C775}" destId="{65102395-B6D4-467C-9480-7E88DE565850}" srcOrd="1" destOrd="0" presId="urn:microsoft.com/office/officeart/2008/layout/HorizontalMultiLevelHierarchy"/>
    <dgm:cxn modelId="{341807BC-6231-4AF1-8E86-2CFCA33EDA37}" type="presParOf" srcId="{686709A6-994E-4255-90DB-0BE9B743C145}" destId="{1F046384-383C-4AB4-8526-E32FA94CE8CE}" srcOrd="4" destOrd="0" presId="urn:microsoft.com/office/officeart/2008/layout/HorizontalMultiLevelHierarchy"/>
    <dgm:cxn modelId="{B40382E2-B82F-4AB9-83A8-F5A1648AB228}" type="presParOf" srcId="{1F046384-383C-4AB4-8526-E32FA94CE8CE}" destId="{4ABC3B99-B734-4FEA-8F37-CF1C9428AA70}" srcOrd="0" destOrd="0" presId="urn:microsoft.com/office/officeart/2008/layout/HorizontalMultiLevelHierarchy"/>
    <dgm:cxn modelId="{DB4560D8-6BEC-4B8E-AFD1-111BADF8FF7D}" type="presParOf" srcId="{686709A6-994E-4255-90DB-0BE9B743C145}" destId="{AE4D0780-E58E-4C05-AD9A-5D5E44072795}" srcOrd="5" destOrd="0" presId="urn:microsoft.com/office/officeart/2008/layout/HorizontalMultiLevelHierarchy"/>
    <dgm:cxn modelId="{CDDF8E06-A5BF-4C55-98A0-313AA904E96C}" type="presParOf" srcId="{AE4D0780-E58E-4C05-AD9A-5D5E44072795}" destId="{2769AFD8-EC95-40CB-861B-BD52D6BE5951}" srcOrd="0" destOrd="0" presId="urn:microsoft.com/office/officeart/2008/layout/HorizontalMultiLevelHierarchy"/>
    <dgm:cxn modelId="{45784D14-5B14-461C-9194-ED78A3134A3D}" type="presParOf" srcId="{AE4D0780-E58E-4C05-AD9A-5D5E44072795}" destId="{2F730BCE-A265-4D1F-AA33-000B480731DB}" srcOrd="1" destOrd="0" presId="urn:microsoft.com/office/officeart/2008/layout/HorizontalMultiLevelHierarchy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ACCDA85-508B-4AFF-9B4D-AAC2A6E3B5A4}" type="doc">
      <dgm:prSet loTypeId="urn:microsoft.com/office/officeart/2008/layout/HorizontalMultiLevelHierarchy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31260B9-C8F0-415D-BB12-5F98FAD0A145}">
      <dgm:prSet phldrT="[Text]" phldr="0"/>
      <dgm:spPr/>
      <dgm:t>
        <a:bodyPr/>
        <a:lstStyle/>
        <a:p>
          <a:r>
            <a:rPr lang="en-US" dirty="0"/>
            <a:t>A/B test</a:t>
          </a:r>
        </a:p>
      </dgm:t>
    </dgm:pt>
    <dgm:pt modelId="{507B4C9D-2538-4686-9879-93E2ABEE8BDC}" type="parTrans" cxnId="{0191024F-A23A-44EE-9732-E34FA529F59F}">
      <dgm:prSet/>
      <dgm:spPr/>
      <dgm:t>
        <a:bodyPr/>
        <a:lstStyle/>
        <a:p>
          <a:endParaRPr lang="en-US"/>
        </a:p>
      </dgm:t>
    </dgm:pt>
    <dgm:pt modelId="{7812B71F-59E0-4A94-854E-87583EA1C084}" type="sibTrans" cxnId="{0191024F-A23A-44EE-9732-E34FA529F59F}">
      <dgm:prSet/>
      <dgm:spPr/>
      <dgm:t>
        <a:bodyPr/>
        <a:lstStyle/>
        <a:p>
          <a:endParaRPr lang="en-US"/>
        </a:p>
      </dgm:t>
    </dgm:pt>
    <dgm:pt modelId="{1DC75B38-C64A-44BB-B738-867B06484836}">
      <dgm:prSet phldrT="[Text]" phldr="0"/>
      <dgm:spPr/>
      <dgm:t>
        <a:bodyPr/>
        <a:lstStyle/>
        <a:p>
          <a:r>
            <a:rPr lang="en-US" dirty="0"/>
            <a:t>Shuffle </a:t>
          </a:r>
          <a:r>
            <a:rPr lang="en-US" dirty="0" err="1"/>
            <a:t>IsNative</a:t>
          </a:r>
          <a:r>
            <a:rPr lang="en-US" dirty="0"/>
            <a:t> Plant Column</a:t>
          </a:r>
        </a:p>
      </dgm:t>
    </dgm:pt>
    <dgm:pt modelId="{19A5F07E-93B4-47DF-9980-F80757511EE6}" type="parTrans" cxnId="{B7760D3F-6140-48FF-BFAA-F2E67078DDE9}">
      <dgm:prSet/>
      <dgm:spPr/>
      <dgm:t>
        <a:bodyPr/>
        <a:lstStyle/>
        <a:p>
          <a:endParaRPr lang="en-US"/>
        </a:p>
      </dgm:t>
    </dgm:pt>
    <dgm:pt modelId="{05F1B3CB-1220-49FC-8ED6-D8EC3D2300B2}" type="sibTrans" cxnId="{B7760D3F-6140-48FF-BFAA-F2E67078DDE9}">
      <dgm:prSet/>
      <dgm:spPr/>
      <dgm:t>
        <a:bodyPr/>
        <a:lstStyle/>
        <a:p>
          <a:endParaRPr lang="en-US"/>
        </a:p>
      </dgm:t>
    </dgm:pt>
    <dgm:pt modelId="{5AD33756-1903-4ABE-B536-A47F74E612A4}">
      <dgm:prSet phldrT="[Text]" phldr="0"/>
      <dgm:spPr/>
      <dgm:t>
        <a:bodyPr/>
        <a:lstStyle/>
        <a:p>
          <a:r>
            <a:rPr lang="en-US" dirty="0"/>
            <a:t>Calculate Statistic (run 1000 times)</a:t>
          </a:r>
        </a:p>
      </dgm:t>
    </dgm:pt>
    <dgm:pt modelId="{8C556109-37BA-4EA2-9B51-BDFAA60B2F02}" type="parTrans" cxnId="{CFFB3CE1-9551-4FC4-ABF1-07BD62DC73BD}">
      <dgm:prSet/>
      <dgm:spPr/>
      <dgm:t>
        <a:bodyPr/>
        <a:lstStyle/>
        <a:p>
          <a:endParaRPr lang="en-US"/>
        </a:p>
      </dgm:t>
    </dgm:pt>
    <dgm:pt modelId="{C22B7B14-E8CF-4818-93D5-17734215DB6A}" type="sibTrans" cxnId="{CFFB3CE1-9551-4FC4-ABF1-07BD62DC73BD}">
      <dgm:prSet/>
      <dgm:spPr/>
      <dgm:t>
        <a:bodyPr/>
        <a:lstStyle/>
        <a:p>
          <a:endParaRPr lang="en-US"/>
        </a:p>
      </dgm:t>
    </dgm:pt>
    <dgm:pt modelId="{74B78241-5BBF-4D57-8F59-38955D80E264}">
      <dgm:prSet phldrT="[Text]" phldr="0"/>
      <dgm:spPr/>
      <dgm:t>
        <a:bodyPr/>
        <a:lstStyle/>
        <a:p>
          <a:r>
            <a:rPr lang="en-US"/>
            <a:t>Visualize Results and calculate P-value</a:t>
          </a:r>
          <a:endParaRPr lang="en-US" dirty="0"/>
        </a:p>
      </dgm:t>
    </dgm:pt>
    <dgm:pt modelId="{5E4F02A7-8742-4CDF-91CD-E2D75D37CC79}" type="parTrans" cxnId="{D33685F9-11DE-44C2-8703-93D223CF18DB}">
      <dgm:prSet/>
      <dgm:spPr/>
      <dgm:t>
        <a:bodyPr/>
        <a:lstStyle/>
        <a:p>
          <a:endParaRPr lang="en-US"/>
        </a:p>
      </dgm:t>
    </dgm:pt>
    <dgm:pt modelId="{0D76E9FA-928E-4965-8DC1-800F99FDA685}" type="sibTrans" cxnId="{D33685F9-11DE-44C2-8703-93D223CF18DB}">
      <dgm:prSet/>
      <dgm:spPr/>
      <dgm:t>
        <a:bodyPr/>
        <a:lstStyle/>
        <a:p>
          <a:endParaRPr lang="en-US"/>
        </a:p>
      </dgm:t>
    </dgm:pt>
    <dgm:pt modelId="{1CC3925D-06C4-4A9D-8515-F74D976263E6}" type="pres">
      <dgm:prSet presAssocID="{0ACCDA85-508B-4AFF-9B4D-AAC2A6E3B5A4}" presName="Name0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FCAAA5C-1DA4-4BD9-8F11-8EEA44619254}" type="pres">
      <dgm:prSet presAssocID="{031260B9-C8F0-415D-BB12-5F98FAD0A145}" presName="root1" presStyleCnt="0"/>
      <dgm:spPr/>
    </dgm:pt>
    <dgm:pt modelId="{10D484C8-4EAC-425F-95AB-4186A201BACA}" type="pres">
      <dgm:prSet presAssocID="{031260B9-C8F0-415D-BB12-5F98FAD0A145}" presName="LevelOneTextNode" presStyleLbl="node0" presStyleIdx="0" presStyleCnt="1">
        <dgm:presLayoutVars>
          <dgm:chPref val="3"/>
        </dgm:presLayoutVars>
      </dgm:prSet>
      <dgm:spPr/>
    </dgm:pt>
    <dgm:pt modelId="{487CFD4A-1608-4D6E-A1E2-2BA780BF3556}" type="pres">
      <dgm:prSet presAssocID="{031260B9-C8F0-415D-BB12-5F98FAD0A145}" presName="level2hierChild" presStyleCnt="0"/>
      <dgm:spPr/>
    </dgm:pt>
    <dgm:pt modelId="{09184C92-221E-45F1-8661-97B5B5473431}" type="pres">
      <dgm:prSet presAssocID="{19A5F07E-93B4-47DF-9980-F80757511EE6}" presName="conn2-1" presStyleLbl="parChTrans1D2" presStyleIdx="0" presStyleCnt="3"/>
      <dgm:spPr/>
    </dgm:pt>
    <dgm:pt modelId="{A3BA7661-C915-49DD-AADD-BEAE63E17B35}" type="pres">
      <dgm:prSet presAssocID="{19A5F07E-93B4-47DF-9980-F80757511EE6}" presName="connTx" presStyleLbl="parChTrans1D2" presStyleIdx="0" presStyleCnt="3"/>
      <dgm:spPr/>
    </dgm:pt>
    <dgm:pt modelId="{16CEB589-4173-4A6F-9855-57D21A0A3E1E}" type="pres">
      <dgm:prSet presAssocID="{1DC75B38-C64A-44BB-B738-867B06484836}" presName="root2" presStyleCnt="0"/>
      <dgm:spPr/>
    </dgm:pt>
    <dgm:pt modelId="{3FFF313F-F889-4FD8-9159-CB157F899825}" type="pres">
      <dgm:prSet presAssocID="{1DC75B38-C64A-44BB-B738-867B06484836}" presName="LevelTwoTextNode" presStyleLbl="node2" presStyleIdx="0" presStyleCnt="3">
        <dgm:presLayoutVars>
          <dgm:chPref val="3"/>
        </dgm:presLayoutVars>
      </dgm:prSet>
      <dgm:spPr/>
    </dgm:pt>
    <dgm:pt modelId="{A821FA58-9775-4789-BE6C-24619FF49100}" type="pres">
      <dgm:prSet presAssocID="{1DC75B38-C64A-44BB-B738-867B06484836}" presName="level3hierChild" presStyleCnt="0"/>
      <dgm:spPr/>
    </dgm:pt>
    <dgm:pt modelId="{77FC571E-C32A-4742-80AB-3CE08C2E905F}" type="pres">
      <dgm:prSet presAssocID="{8C556109-37BA-4EA2-9B51-BDFAA60B2F02}" presName="conn2-1" presStyleLbl="parChTrans1D2" presStyleIdx="1" presStyleCnt="3"/>
      <dgm:spPr/>
    </dgm:pt>
    <dgm:pt modelId="{3AEE9432-DC49-45E7-B6E1-4AAB51E3E45E}" type="pres">
      <dgm:prSet presAssocID="{8C556109-37BA-4EA2-9B51-BDFAA60B2F02}" presName="connTx" presStyleLbl="parChTrans1D2" presStyleIdx="1" presStyleCnt="3"/>
      <dgm:spPr/>
    </dgm:pt>
    <dgm:pt modelId="{7541EE0C-1B6A-4703-A3E5-6AAD8DC3B7A8}" type="pres">
      <dgm:prSet presAssocID="{5AD33756-1903-4ABE-B536-A47F74E612A4}" presName="root2" presStyleCnt="0"/>
      <dgm:spPr/>
    </dgm:pt>
    <dgm:pt modelId="{B1ED1BA2-5753-4612-941E-BB160DE8A5B2}" type="pres">
      <dgm:prSet presAssocID="{5AD33756-1903-4ABE-B536-A47F74E612A4}" presName="LevelTwoTextNode" presStyleLbl="node2" presStyleIdx="1" presStyleCnt="3">
        <dgm:presLayoutVars>
          <dgm:chPref val="3"/>
        </dgm:presLayoutVars>
      </dgm:prSet>
      <dgm:spPr/>
    </dgm:pt>
    <dgm:pt modelId="{16544550-624B-4A25-9F3D-DDDB7C850642}" type="pres">
      <dgm:prSet presAssocID="{5AD33756-1903-4ABE-B536-A47F74E612A4}" presName="level3hierChild" presStyleCnt="0"/>
      <dgm:spPr/>
    </dgm:pt>
    <dgm:pt modelId="{7BEEFD43-C534-40C1-A552-04AD9ABC6D62}" type="pres">
      <dgm:prSet presAssocID="{5E4F02A7-8742-4CDF-91CD-E2D75D37CC79}" presName="conn2-1" presStyleLbl="parChTrans1D2" presStyleIdx="2" presStyleCnt="3"/>
      <dgm:spPr/>
    </dgm:pt>
    <dgm:pt modelId="{20E8DE65-9A10-431F-8266-900DB6AFDA18}" type="pres">
      <dgm:prSet presAssocID="{5E4F02A7-8742-4CDF-91CD-E2D75D37CC79}" presName="connTx" presStyleLbl="parChTrans1D2" presStyleIdx="2" presStyleCnt="3"/>
      <dgm:spPr/>
    </dgm:pt>
    <dgm:pt modelId="{B5D302C2-46B8-4814-A03F-A299EF3E90D8}" type="pres">
      <dgm:prSet presAssocID="{74B78241-5BBF-4D57-8F59-38955D80E264}" presName="root2" presStyleCnt="0"/>
      <dgm:spPr/>
    </dgm:pt>
    <dgm:pt modelId="{F807ADB6-20D6-4ACA-A472-26BBBC85C9E0}" type="pres">
      <dgm:prSet presAssocID="{74B78241-5BBF-4D57-8F59-38955D80E264}" presName="LevelTwoTextNode" presStyleLbl="node2" presStyleIdx="2" presStyleCnt="3">
        <dgm:presLayoutVars>
          <dgm:chPref val="3"/>
        </dgm:presLayoutVars>
      </dgm:prSet>
      <dgm:spPr/>
    </dgm:pt>
    <dgm:pt modelId="{688E132C-C053-4320-A6E9-17B52AC5D031}" type="pres">
      <dgm:prSet presAssocID="{74B78241-5BBF-4D57-8F59-38955D80E264}" presName="level3hierChild" presStyleCnt="0"/>
      <dgm:spPr/>
    </dgm:pt>
  </dgm:ptLst>
  <dgm:cxnLst>
    <dgm:cxn modelId="{4CEFD406-1291-45BC-8C53-30C7AD3A0F44}" type="presOf" srcId="{8C556109-37BA-4EA2-9B51-BDFAA60B2F02}" destId="{3AEE9432-DC49-45E7-B6E1-4AAB51E3E45E}" srcOrd="1" destOrd="0" presId="urn:microsoft.com/office/officeart/2008/layout/HorizontalMultiLevelHierarchy"/>
    <dgm:cxn modelId="{3CC13E1E-EC28-44AA-93C7-00AF8E7C0316}" type="presOf" srcId="{8C556109-37BA-4EA2-9B51-BDFAA60B2F02}" destId="{77FC571E-C32A-4742-80AB-3CE08C2E905F}" srcOrd="0" destOrd="0" presId="urn:microsoft.com/office/officeart/2008/layout/HorizontalMultiLevelHierarchy"/>
    <dgm:cxn modelId="{7CB09B23-B453-4F2A-9FE1-F4BF04DD1B25}" type="presOf" srcId="{031260B9-C8F0-415D-BB12-5F98FAD0A145}" destId="{10D484C8-4EAC-425F-95AB-4186A201BACA}" srcOrd="0" destOrd="0" presId="urn:microsoft.com/office/officeart/2008/layout/HorizontalMultiLevelHierarchy"/>
    <dgm:cxn modelId="{B7760D3F-6140-48FF-BFAA-F2E67078DDE9}" srcId="{031260B9-C8F0-415D-BB12-5F98FAD0A145}" destId="{1DC75B38-C64A-44BB-B738-867B06484836}" srcOrd="0" destOrd="0" parTransId="{19A5F07E-93B4-47DF-9980-F80757511EE6}" sibTransId="{05F1B3CB-1220-49FC-8ED6-D8EC3D2300B2}"/>
    <dgm:cxn modelId="{0191024F-A23A-44EE-9732-E34FA529F59F}" srcId="{0ACCDA85-508B-4AFF-9B4D-AAC2A6E3B5A4}" destId="{031260B9-C8F0-415D-BB12-5F98FAD0A145}" srcOrd="0" destOrd="0" parTransId="{507B4C9D-2538-4686-9879-93E2ABEE8BDC}" sibTransId="{7812B71F-59E0-4A94-854E-87583EA1C084}"/>
    <dgm:cxn modelId="{9AD54480-FE9A-422D-B80C-AF47C0C37550}" type="presOf" srcId="{1DC75B38-C64A-44BB-B738-867B06484836}" destId="{3FFF313F-F889-4FD8-9159-CB157F899825}" srcOrd="0" destOrd="0" presId="urn:microsoft.com/office/officeart/2008/layout/HorizontalMultiLevelHierarchy"/>
    <dgm:cxn modelId="{32BE63B5-2157-4138-960D-3A334CF9130B}" type="presOf" srcId="{0ACCDA85-508B-4AFF-9B4D-AAC2A6E3B5A4}" destId="{1CC3925D-06C4-4A9D-8515-F74D976263E6}" srcOrd="0" destOrd="0" presId="urn:microsoft.com/office/officeart/2008/layout/HorizontalMultiLevelHierarchy"/>
    <dgm:cxn modelId="{509E56B7-249C-4388-A09F-E190C0C6FB01}" type="presOf" srcId="{5AD33756-1903-4ABE-B536-A47F74E612A4}" destId="{B1ED1BA2-5753-4612-941E-BB160DE8A5B2}" srcOrd="0" destOrd="0" presId="urn:microsoft.com/office/officeart/2008/layout/HorizontalMultiLevelHierarchy"/>
    <dgm:cxn modelId="{44F69FC9-2770-46B5-AAAA-142F5ED65CD5}" type="presOf" srcId="{74B78241-5BBF-4D57-8F59-38955D80E264}" destId="{F807ADB6-20D6-4ACA-A472-26BBBC85C9E0}" srcOrd="0" destOrd="0" presId="urn:microsoft.com/office/officeart/2008/layout/HorizontalMultiLevelHierarchy"/>
    <dgm:cxn modelId="{F46BE1E0-992F-4461-BE02-3F28C3794A63}" type="presOf" srcId="{19A5F07E-93B4-47DF-9980-F80757511EE6}" destId="{A3BA7661-C915-49DD-AADD-BEAE63E17B35}" srcOrd="1" destOrd="0" presId="urn:microsoft.com/office/officeart/2008/layout/HorizontalMultiLevelHierarchy"/>
    <dgm:cxn modelId="{CFFB3CE1-9551-4FC4-ABF1-07BD62DC73BD}" srcId="{031260B9-C8F0-415D-BB12-5F98FAD0A145}" destId="{5AD33756-1903-4ABE-B536-A47F74E612A4}" srcOrd="1" destOrd="0" parTransId="{8C556109-37BA-4EA2-9B51-BDFAA60B2F02}" sibTransId="{C22B7B14-E8CF-4818-93D5-17734215DB6A}"/>
    <dgm:cxn modelId="{48EC7FEE-CCAE-445B-A58E-73D828F28501}" type="presOf" srcId="{5E4F02A7-8742-4CDF-91CD-E2D75D37CC79}" destId="{7BEEFD43-C534-40C1-A552-04AD9ABC6D62}" srcOrd="0" destOrd="0" presId="urn:microsoft.com/office/officeart/2008/layout/HorizontalMultiLevelHierarchy"/>
    <dgm:cxn modelId="{53CB28F0-667B-424E-B824-A4FDA1CD00FE}" type="presOf" srcId="{19A5F07E-93B4-47DF-9980-F80757511EE6}" destId="{09184C92-221E-45F1-8661-97B5B5473431}" srcOrd="0" destOrd="0" presId="urn:microsoft.com/office/officeart/2008/layout/HorizontalMultiLevelHierarchy"/>
    <dgm:cxn modelId="{DA84B7F4-0923-44EF-8049-48A41662DAC8}" type="presOf" srcId="{5E4F02A7-8742-4CDF-91CD-E2D75D37CC79}" destId="{20E8DE65-9A10-431F-8266-900DB6AFDA18}" srcOrd="1" destOrd="0" presId="urn:microsoft.com/office/officeart/2008/layout/HorizontalMultiLevelHierarchy"/>
    <dgm:cxn modelId="{D33685F9-11DE-44C2-8703-93D223CF18DB}" srcId="{031260B9-C8F0-415D-BB12-5F98FAD0A145}" destId="{74B78241-5BBF-4D57-8F59-38955D80E264}" srcOrd="2" destOrd="0" parTransId="{5E4F02A7-8742-4CDF-91CD-E2D75D37CC79}" sibTransId="{0D76E9FA-928E-4965-8DC1-800F99FDA685}"/>
    <dgm:cxn modelId="{1FBEC903-9E36-4732-A625-B0E678F454E7}" type="presParOf" srcId="{1CC3925D-06C4-4A9D-8515-F74D976263E6}" destId="{CFCAAA5C-1DA4-4BD9-8F11-8EEA44619254}" srcOrd="0" destOrd="0" presId="urn:microsoft.com/office/officeart/2008/layout/HorizontalMultiLevelHierarchy"/>
    <dgm:cxn modelId="{65524ADB-18DD-4EBA-85BA-CFCF791B1853}" type="presParOf" srcId="{CFCAAA5C-1DA4-4BD9-8F11-8EEA44619254}" destId="{10D484C8-4EAC-425F-95AB-4186A201BACA}" srcOrd="0" destOrd="0" presId="urn:microsoft.com/office/officeart/2008/layout/HorizontalMultiLevelHierarchy"/>
    <dgm:cxn modelId="{B5945124-E644-41F7-BCB5-BF99B81E1B6B}" type="presParOf" srcId="{CFCAAA5C-1DA4-4BD9-8F11-8EEA44619254}" destId="{487CFD4A-1608-4D6E-A1E2-2BA780BF3556}" srcOrd="1" destOrd="0" presId="urn:microsoft.com/office/officeart/2008/layout/HorizontalMultiLevelHierarchy"/>
    <dgm:cxn modelId="{B13FDFCE-2D85-4A07-9186-5813B9416A36}" type="presParOf" srcId="{487CFD4A-1608-4D6E-A1E2-2BA780BF3556}" destId="{09184C92-221E-45F1-8661-97B5B5473431}" srcOrd="0" destOrd="0" presId="urn:microsoft.com/office/officeart/2008/layout/HorizontalMultiLevelHierarchy"/>
    <dgm:cxn modelId="{CF644B84-9641-4D8A-A31C-0B9C60AF6C2D}" type="presParOf" srcId="{09184C92-221E-45F1-8661-97B5B5473431}" destId="{A3BA7661-C915-49DD-AADD-BEAE63E17B35}" srcOrd="0" destOrd="0" presId="urn:microsoft.com/office/officeart/2008/layout/HorizontalMultiLevelHierarchy"/>
    <dgm:cxn modelId="{DD08868D-2C15-4F48-B876-BE309DB047F3}" type="presParOf" srcId="{487CFD4A-1608-4D6E-A1E2-2BA780BF3556}" destId="{16CEB589-4173-4A6F-9855-57D21A0A3E1E}" srcOrd="1" destOrd="0" presId="urn:microsoft.com/office/officeart/2008/layout/HorizontalMultiLevelHierarchy"/>
    <dgm:cxn modelId="{7E4F164D-880E-40EA-8EE2-231C19331F3E}" type="presParOf" srcId="{16CEB589-4173-4A6F-9855-57D21A0A3E1E}" destId="{3FFF313F-F889-4FD8-9159-CB157F899825}" srcOrd="0" destOrd="0" presId="urn:microsoft.com/office/officeart/2008/layout/HorizontalMultiLevelHierarchy"/>
    <dgm:cxn modelId="{C31FD1D2-3B67-4AA5-8832-FFD7F9F8F74E}" type="presParOf" srcId="{16CEB589-4173-4A6F-9855-57D21A0A3E1E}" destId="{A821FA58-9775-4789-BE6C-24619FF49100}" srcOrd="1" destOrd="0" presId="urn:microsoft.com/office/officeart/2008/layout/HorizontalMultiLevelHierarchy"/>
    <dgm:cxn modelId="{88E64A81-2350-4EB8-AFC8-06500B691E39}" type="presParOf" srcId="{487CFD4A-1608-4D6E-A1E2-2BA780BF3556}" destId="{77FC571E-C32A-4742-80AB-3CE08C2E905F}" srcOrd="2" destOrd="0" presId="urn:microsoft.com/office/officeart/2008/layout/HorizontalMultiLevelHierarchy"/>
    <dgm:cxn modelId="{7F088C9B-3A09-4500-A333-0B9D87ACDE91}" type="presParOf" srcId="{77FC571E-C32A-4742-80AB-3CE08C2E905F}" destId="{3AEE9432-DC49-45E7-B6E1-4AAB51E3E45E}" srcOrd="0" destOrd="0" presId="urn:microsoft.com/office/officeart/2008/layout/HorizontalMultiLevelHierarchy"/>
    <dgm:cxn modelId="{B826AF8A-A7DC-4172-98A5-CCDA7982F979}" type="presParOf" srcId="{487CFD4A-1608-4D6E-A1E2-2BA780BF3556}" destId="{7541EE0C-1B6A-4703-A3E5-6AAD8DC3B7A8}" srcOrd="3" destOrd="0" presId="urn:microsoft.com/office/officeart/2008/layout/HorizontalMultiLevelHierarchy"/>
    <dgm:cxn modelId="{D4049CC4-8868-4296-86A9-4B66C6C7A959}" type="presParOf" srcId="{7541EE0C-1B6A-4703-A3E5-6AAD8DC3B7A8}" destId="{B1ED1BA2-5753-4612-941E-BB160DE8A5B2}" srcOrd="0" destOrd="0" presId="urn:microsoft.com/office/officeart/2008/layout/HorizontalMultiLevelHierarchy"/>
    <dgm:cxn modelId="{A95F34AD-D1EC-4892-AE7D-131711D1E539}" type="presParOf" srcId="{7541EE0C-1B6A-4703-A3E5-6AAD8DC3B7A8}" destId="{16544550-624B-4A25-9F3D-DDDB7C850642}" srcOrd="1" destOrd="0" presId="urn:microsoft.com/office/officeart/2008/layout/HorizontalMultiLevelHierarchy"/>
    <dgm:cxn modelId="{54F76E98-1AB5-4CC5-B945-BBF24E2B0488}" type="presParOf" srcId="{487CFD4A-1608-4D6E-A1E2-2BA780BF3556}" destId="{7BEEFD43-C534-40C1-A552-04AD9ABC6D62}" srcOrd="4" destOrd="0" presId="urn:microsoft.com/office/officeart/2008/layout/HorizontalMultiLevelHierarchy"/>
    <dgm:cxn modelId="{41F521D5-A2B1-4E36-B95F-2095238C0899}" type="presParOf" srcId="{7BEEFD43-C534-40C1-A552-04AD9ABC6D62}" destId="{20E8DE65-9A10-431F-8266-900DB6AFDA18}" srcOrd="0" destOrd="0" presId="urn:microsoft.com/office/officeart/2008/layout/HorizontalMultiLevelHierarchy"/>
    <dgm:cxn modelId="{830CFFCA-B1C9-45F3-BA40-5DC42979DD13}" type="presParOf" srcId="{487CFD4A-1608-4D6E-A1E2-2BA780BF3556}" destId="{B5D302C2-46B8-4814-A03F-A299EF3E90D8}" srcOrd="5" destOrd="0" presId="urn:microsoft.com/office/officeart/2008/layout/HorizontalMultiLevelHierarchy"/>
    <dgm:cxn modelId="{0791D7B6-6492-4775-BC58-794FF8A0B781}" type="presParOf" srcId="{B5D302C2-46B8-4814-A03F-A299EF3E90D8}" destId="{F807ADB6-20D6-4ACA-A472-26BBBC85C9E0}" srcOrd="0" destOrd="0" presId="urn:microsoft.com/office/officeart/2008/layout/HorizontalMultiLevelHierarchy"/>
    <dgm:cxn modelId="{F1A8323F-0E28-479A-80C6-808046895FA1}" type="presParOf" srcId="{B5D302C2-46B8-4814-A03F-A299EF3E90D8}" destId="{688E132C-C053-4320-A6E9-17B52AC5D031}" srcOrd="1" destOrd="0" presId="urn:microsoft.com/office/officeart/2008/layout/HorizontalMultiLevelHierarchy"/>
  </dgm:cxnLst>
  <dgm:bg/>
  <dgm:whole/>
  <dgm:extLst>
    <a:ext uri="http://schemas.microsoft.com/office/drawing/2008/diagram">
      <dsp:dataModelExt xmlns:dsp="http://schemas.microsoft.com/office/drawing/2008/diagram" relId="rId21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ACCDA85-508B-4AFF-9B4D-AAC2A6E3B5A4}" type="doc">
      <dgm:prSet loTypeId="urn:microsoft.com/office/officeart/2008/layout/HorizontalMultiLevelHierarchy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31260B9-C8F0-415D-BB12-5F98FAD0A145}">
      <dgm:prSet phldrT="[Text]" phldr="0" custT="1"/>
      <dgm:spPr/>
      <dgm:t>
        <a:bodyPr/>
        <a:lstStyle/>
        <a:p>
          <a:r>
            <a:rPr lang="en-US" sz="3600" dirty="0"/>
            <a:t>Two Data Frames</a:t>
          </a:r>
        </a:p>
      </dgm:t>
    </dgm:pt>
    <dgm:pt modelId="{507B4C9D-2538-4686-9879-93E2ABEE8BDC}" type="parTrans" cxnId="{0191024F-A23A-44EE-9732-E34FA529F59F}">
      <dgm:prSet/>
      <dgm:spPr/>
      <dgm:t>
        <a:bodyPr/>
        <a:lstStyle/>
        <a:p>
          <a:endParaRPr lang="en-US"/>
        </a:p>
      </dgm:t>
    </dgm:pt>
    <dgm:pt modelId="{7812B71F-59E0-4A94-854E-87583EA1C084}" type="sibTrans" cxnId="{0191024F-A23A-44EE-9732-E34FA529F59F}">
      <dgm:prSet/>
      <dgm:spPr/>
      <dgm:t>
        <a:bodyPr/>
        <a:lstStyle/>
        <a:p>
          <a:endParaRPr lang="en-US"/>
        </a:p>
      </dgm:t>
    </dgm:pt>
    <dgm:pt modelId="{1DC75B38-C64A-44BB-B738-867B06484836}">
      <dgm:prSet phldrT="[Text]" phldr="0" custT="1"/>
      <dgm:spPr/>
      <dgm:t>
        <a:bodyPr/>
        <a:lstStyle/>
        <a:p>
          <a:r>
            <a:rPr lang="en-US" sz="1500" dirty="0"/>
            <a:t>Select top 10 native and nonnative plants visited by most bee species</a:t>
          </a:r>
        </a:p>
      </dgm:t>
    </dgm:pt>
    <dgm:pt modelId="{19A5F07E-93B4-47DF-9980-F80757511EE6}" type="parTrans" cxnId="{B7760D3F-6140-48FF-BFAA-F2E67078DDE9}">
      <dgm:prSet/>
      <dgm:spPr/>
      <dgm:t>
        <a:bodyPr/>
        <a:lstStyle/>
        <a:p>
          <a:endParaRPr lang="en-US"/>
        </a:p>
      </dgm:t>
    </dgm:pt>
    <dgm:pt modelId="{05F1B3CB-1220-49FC-8ED6-D8EC3D2300B2}" type="sibTrans" cxnId="{B7760D3F-6140-48FF-BFAA-F2E67078DDE9}">
      <dgm:prSet/>
      <dgm:spPr/>
      <dgm:t>
        <a:bodyPr/>
        <a:lstStyle/>
        <a:p>
          <a:endParaRPr lang="en-US"/>
        </a:p>
      </dgm:t>
    </dgm:pt>
    <dgm:pt modelId="{5AD33756-1903-4ABE-B536-A47F74E612A4}">
      <dgm:prSet phldrT="[Text]" phldr="0" custT="1"/>
      <dgm:spPr/>
      <dgm:t>
        <a:bodyPr/>
        <a:lstStyle/>
        <a:p>
          <a:r>
            <a:rPr lang="en-US" sz="1500" dirty="0"/>
            <a:t>Created Sankey networks for each set of relationship</a:t>
          </a:r>
        </a:p>
      </dgm:t>
    </dgm:pt>
    <dgm:pt modelId="{8C556109-37BA-4EA2-9B51-BDFAA60B2F02}" type="parTrans" cxnId="{CFFB3CE1-9551-4FC4-ABF1-07BD62DC73BD}">
      <dgm:prSet/>
      <dgm:spPr/>
      <dgm:t>
        <a:bodyPr/>
        <a:lstStyle/>
        <a:p>
          <a:endParaRPr lang="en-US"/>
        </a:p>
      </dgm:t>
    </dgm:pt>
    <dgm:pt modelId="{C22B7B14-E8CF-4818-93D5-17734215DB6A}" type="sibTrans" cxnId="{CFFB3CE1-9551-4FC4-ABF1-07BD62DC73BD}">
      <dgm:prSet/>
      <dgm:spPr/>
      <dgm:t>
        <a:bodyPr/>
        <a:lstStyle/>
        <a:p>
          <a:endParaRPr lang="en-US"/>
        </a:p>
      </dgm:t>
    </dgm:pt>
    <dgm:pt modelId="{8D9744CC-AE09-4D43-AC86-17D836FF01D7}">
      <dgm:prSet phldrT="[Text]" phldr="0" custT="1"/>
      <dgm:spPr/>
      <dgm:t>
        <a:bodyPr/>
        <a:lstStyle/>
        <a:p>
          <a:r>
            <a:rPr lang="en-US" sz="1500" dirty="0"/>
            <a:t>Evaluate Results</a:t>
          </a:r>
        </a:p>
      </dgm:t>
    </dgm:pt>
    <dgm:pt modelId="{48E6F3B3-F97D-4588-BE4D-9DBF0607AB79}" type="parTrans" cxnId="{EF72D691-001D-4C78-8467-08DC3869845A}">
      <dgm:prSet/>
      <dgm:spPr/>
      <dgm:t>
        <a:bodyPr/>
        <a:lstStyle/>
        <a:p>
          <a:endParaRPr lang="en-US"/>
        </a:p>
      </dgm:t>
    </dgm:pt>
    <dgm:pt modelId="{39A3203E-DD2F-4C73-8F31-C0DA3A238537}" type="sibTrans" cxnId="{EF72D691-001D-4C78-8467-08DC3869845A}">
      <dgm:prSet/>
      <dgm:spPr/>
      <dgm:t>
        <a:bodyPr/>
        <a:lstStyle/>
        <a:p>
          <a:endParaRPr lang="en-US"/>
        </a:p>
      </dgm:t>
    </dgm:pt>
    <dgm:pt modelId="{F3A1B37A-355A-47FF-82E6-EE69A27B8B87}">
      <dgm:prSet phldrT="[Text]" phldr="0" custT="1"/>
      <dgm:spPr/>
      <dgm:t>
        <a:bodyPr/>
        <a:lstStyle/>
        <a:p>
          <a:r>
            <a:rPr lang="en-US" sz="1600" dirty="0"/>
            <a:t>Native plant = TRUE Nonnative plant = FALSE</a:t>
          </a:r>
        </a:p>
      </dgm:t>
    </dgm:pt>
    <dgm:pt modelId="{6EDEF63E-296D-4E9C-BD18-5F05AA4439C3}" type="parTrans" cxnId="{E7283647-7A5E-4771-8DE8-D659E34D3BAB}">
      <dgm:prSet/>
      <dgm:spPr/>
      <dgm:t>
        <a:bodyPr/>
        <a:lstStyle/>
        <a:p>
          <a:endParaRPr lang="en-US"/>
        </a:p>
      </dgm:t>
    </dgm:pt>
    <dgm:pt modelId="{97455F4F-5AF4-41A3-B0B7-898CB48908A3}" type="sibTrans" cxnId="{E7283647-7A5E-4771-8DE8-D659E34D3BAB}">
      <dgm:prSet/>
      <dgm:spPr/>
      <dgm:t>
        <a:bodyPr/>
        <a:lstStyle/>
        <a:p>
          <a:endParaRPr lang="en-US"/>
        </a:p>
      </dgm:t>
    </dgm:pt>
    <dgm:pt modelId="{1CC3925D-06C4-4A9D-8515-F74D976263E6}" type="pres">
      <dgm:prSet presAssocID="{0ACCDA85-508B-4AFF-9B4D-AAC2A6E3B5A4}" presName="Name0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FCAAA5C-1DA4-4BD9-8F11-8EEA44619254}" type="pres">
      <dgm:prSet presAssocID="{031260B9-C8F0-415D-BB12-5F98FAD0A145}" presName="root1" presStyleCnt="0"/>
      <dgm:spPr/>
    </dgm:pt>
    <dgm:pt modelId="{10D484C8-4EAC-425F-95AB-4186A201BACA}" type="pres">
      <dgm:prSet presAssocID="{031260B9-C8F0-415D-BB12-5F98FAD0A145}" presName="LevelOneTextNode" presStyleLbl="node0" presStyleIdx="0" presStyleCnt="1" custLinFactNeighborX="15504" custLinFactNeighborY="-6155">
        <dgm:presLayoutVars>
          <dgm:chPref val="3"/>
        </dgm:presLayoutVars>
      </dgm:prSet>
      <dgm:spPr/>
    </dgm:pt>
    <dgm:pt modelId="{487CFD4A-1608-4D6E-A1E2-2BA780BF3556}" type="pres">
      <dgm:prSet presAssocID="{031260B9-C8F0-415D-BB12-5F98FAD0A145}" presName="level2hierChild" presStyleCnt="0"/>
      <dgm:spPr/>
    </dgm:pt>
    <dgm:pt modelId="{9FA36F8D-1831-4E9F-B0E4-5C32923C7C1C}" type="pres">
      <dgm:prSet presAssocID="{6EDEF63E-296D-4E9C-BD18-5F05AA4439C3}" presName="conn2-1" presStyleLbl="parChTrans1D2" presStyleIdx="0" presStyleCnt="4"/>
      <dgm:spPr/>
    </dgm:pt>
    <dgm:pt modelId="{B5176457-5470-43F3-8ECC-9C4B163C691C}" type="pres">
      <dgm:prSet presAssocID="{6EDEF63E-296D-4E9C-BD18-5F05AA4439C3}" presName="connTx" presStyleLbl="parChTrans1D2" presStyleIdx="0" presStyleCnt="4"/>
      <dgm:spPr/>
    </dgm:pt>
    <dgm:pt modelId="{3D4687E0-0D49-41CE-A8D4-89A956FC09C6}" type="pres">
      <dgm:prSet presAssocID="{F3A1B37A-355A-47FF-82E6-EE69A27B8B87}" presName="root2" presStyleCnt="0"/>
      <dgm:spPr/>
    </dgm:pt>
    <dgm:pt modelId="{925C36B5-378F-4D67-9B2F-BEA005D82CA5}" type="pres">
      <dgm:prSet presAssocID="{F3A1B37A-355A-47FF-82E6-EE69A27B8B87}" presName="LevelTwoTextNode" presStyleLbl="node2" presStyleIdx="0" presStyleCnt="4">
        <dgm:presLayoutVars>
          <dgm:chPref val="3"/>
        </dgm:presLayoutVars>
      </dgm:prSet>
      <dgm:spPr/>
    </dgm:pt>
    <dgm:pt modelId="{14AF68F1-3EF5-4B1E-99BF-E210F85B4066}" type="pres">
      <dgm:prSet presAssocID="{F3A1B37A-355A-47FF-82E6-EE69A27B8B87}" presName="level3hierChild" presStyleCnt="0"/>
      <dgm:spPr/>
    </dgm:pt>
    <dgm:pt modelId="{09184C92-221E-45F1-8661-97B5B5473431}" type="pres">
      <dgm:prSet presAssocID="{19A5F07E-93B4-47DF-9980-F80757511EE6}" presName="conn2-1" presStyleLbl="parChTrans1D2" presStyleIdx="1" presStyleCnt="4"/>
      <dgm:spPr/>
    </dgm:pt>
    <dgm:pt modelId="{A3BA7661-C915-49DD-AADD-BEAE63E17B35}" type="pres">
      <dgm:prSet presAssocID="{19A5F07E-93B4-47DF-9980-F80757511EE6}" presName="connTx" presStyleLbl="parChTrans1D2" presStyleIdx="1" presStyleCnt="4"/>
      <dgm:spPr/>
    </dgm:pt>
    <dgm:pt modelId="{16CEB589-4173-4A6F-9855-57D21A0A3E1E}" type="pres">
      <dgm:prSet presAssocID="{1DC75B38-C64A-44BB-B738-867B06484836}" presName="root2" presStyleCnt="0"/>
      <dgm:spPr/>
    </dgm:pt>
    <dgm:pt modelId="{3FFF313F-F889-4FD8-9159-CB157F899825}" type="pres">
      <dgm:prSet presAssocID="{1DC75B38-C64A-44BB-B738-867B06484836}" presName="LevelTwoTextNode" presStyleLbl="node2" presStyleIdx="1" presStyleCnt="4">
        <dgm:presLayoutVars>
          <dgm:chPref val="3"/>
        </dgm:presLayoutVars>
      </dgm:prSet>
      <dgm:spPr/>
    </dgm:pt>
    <dgm:pt modelId="{A821FA58-9775-4789-BE6C-24619FF49100}" type="pres">
      <dgm:prSet presAssocID="{1DC75B38-C64A-44BB-B738-867B06484836}" presName="level3hierChild" presStyleCnt="0"/>
      <dgm:spPr/>
    </dgm:pt>
    <dgm:pt modelId="{77FC571E-C32A-4742-80AB-3CE08C2E905F}" type="pres">
      <dgm:prSet presAssocID="{8C556109-37BA-4EA2-9B51-BDFAA60B2F02}" presName="conn2-1" presStyleLbl="parChTrans1D2" presStyleIdx="2" presStyleCnt="4"/>
      <dgm:spPr/>
    </dgm:pt>
    <dgm:pt modelId="{3AEE9432-DC49-45E7-B6E1-4AAB51E3E45E}" type="pres">
      <dgm:prSet presAssocID="{8C556109-37BA-4EA2-9B51-BDFAA60B2F02}" presName="connTx" presStyleLbl="parChTrans1D2" presStyleIdx="2" presStyleCnt="4"/>
      <dgm:spPr/>
    </dgm:pt>
    <dgm:pt modelId="{7541EE0C-1B6A-4703-A3E5-6AAD8DC3B7A8}" type="pres">
      <dgm:prSet presAssocID="{5AD33756-1903-4ABE-B536-A47F74E612A4}" presName="root2" presStyleCnt="0"/>
      <dgm:spPr/>
    </dgm:pt>
    <dgm:pt modelId="{B1ED1BA2-5753-4612-941E-BB160DE8A5B2}" type="pres">
      <dgm:prSet presAssocID="{5AD33756-1903-4ABE-B536-A47F74E612A4}" presName="LevelTwoTextNode" presStyleLbl="node2" presStyleIdx="2" presStyleCnt="4">
        <dgm:presLayoutVars>
          <dgm:chPref val="3"/>
        </dgm:presLayoutVars>
      </dgm:prSet>
      <dgm:spPr/>
    </dgm:pt>
    <dgm:pt modelId="{16544550-624B-4A25-9F3D-DDDB7C850642}" type="pres">
      <dgm:prSet presAssocID="{5AD33756-1903-4ABE-B536-A47F74E612A4}" presName="level3hierChild" presStyleCnt="0"/>
      <dgm:spPr/>
    </dgm:pt>
    <dgm:pt modelId="{B62AA691-DF7A-4E82-B58C-8D9C88EA0C07}" type="pres">
      <dgm:prSet presAssocID="{48E6F3B3-F97D-4588-BE4D-9DBF0607AB79}" presName="conn2-1" presStyleLbl="parChTrans1D2" presStyleIdx="3" presStyleCnt="4"/>
      <dgm:spPr/>
    </dgm:pt>
    <dgm:pt modelId="{A2FC50BE-F19A-4C5E-B4F7-8D84CDBFAF8D}" type="pres">
      <dgm:prSet presAssocID="{48E6F3B3-F97D-4588-BE4D-9DBF0607AB79}" presName="connTx" presStyleLbl="parChTrans1D2" presStyleIdx="3" presStyleCnt="4"/>
      <dgm:spPr/>
    </dgm:pt>
    <dgm:pt modelId="{AC0EA1FA-4E34-42F4-9B94-9C12F41ED1A8}" type="pres">
      <dgm:prSet presAssocID="{8D9744CC-AE09-4D43-AC86-17D836FF01D7}" presName="root2" presStyleCnt="0"/>
      <dgm:spPr/>
    </dgm:pt>
    <dgm:pt modelId="{F00423B9-6E23-405A-B4AA-BEE0C6FF45F6}" type="pres">
      <dgm:prSet presAssocID="{8D9744CC-AE09-4D43-AC86-17D836FF01D7}" presName="LevelTwoTextNode" presStyleLbl="node2" presStyleIdx="3" presStyleCnt="4">
        <dgm:presLayoutVars>
          <dgm:chPref val="3"/>
        </dgm:presLayoutVars>
      </dgm:prSet>
      <dgm:spPr/>
    </dgm:pt>
    <dgm:pt modelId="{4D4AD177-4B19-4F61-8395-C24C02F11CAF}" type="pres">
      <dgm:prSet presAssocID="{8D9744CC-AE09-4D43-AC86-17D836FF01D7}" presName="level3hierChild" presStyleCnt="0"/>
      <dgm:spPr/>
    </dgm:pt>
  </dgm:ptLst>
  <dgm:cxnLst>
    <dgm:cxn modelId="{04B38F08-962B-4BAB-B8E4-F27D9DB9020E}" type="presOf" srcId="{48E6F3B3-F97D-4588-BE4D-9DBF0607AB79}" destId="{B62AA691-DF7A-4E82-B58C-8D9C88EA0C07}" srcOrd="0" destOrd="0" presId="urn:microsoft.com/office/officeart/2008/layout/HorizontalMultiLevelHierarchy"/>
    <dgm:cxn modelId="{44563D14-5334-4D98-8AE8-6B352D33332D}" type="presOf" srcId="{19A5F07E-93B4-47DF-9980-F80757511EE6}" destId="{A3BA7661-C915-49DD-AADD-BEAE63E17B35}" srcOrd="1" destOrd="0" presId="urn:microsoft.com/office/officeart/2008/layout/HorizontalMultiLevelHierarchy"/>
    <dgm:cxn modelId="{D16A4717-6F88-48AC-8110-E7B808B46E02}" type="presOf" srcId="{F3A1B37A-355A-47FF-82E6-EE69A27B8B87}" destId="{925C36B5-378F-4D67-9B2F-BEA005D82CA5}" srcOrd="0" destOrd="0" presId="urn:microsoft.com/office/officeart/2008/layout/HorizontalMultiLevelHierarchy"/>
    <dgm:cxn modelId="{30328427-0C9E-43A3-85F9-5CC3E75413DC}" type="presOf" srcId="{031260B9-C8F0-415D-BB12-5F98FAD0A145}" destId="{10D484C8-4EAC-425F-95AB-4186A201BACA}" srcOrd="0" destOrd="0" presId="urn:microsoft.com/office/officeart/2008/layout/HorizontalMultiLevelHierarchy"/>
    <dgm:cxn modelId="{B7760D3F-6140-48FF-BFAA-F2E67078DDE9}" srcId="{031260B9-C8F0-415D-BB12-5F98FAD0A145}" destId="{1DC75B38-C64A-44BB-B738-867B06484836}" srcOrd="1" destOrd="0" parTransId="{19A5F07E-93B4-47DF-9980-F80757511EE6}" sibTransId="{05F1B3CB-1220-49FC-8ED6-D8EC3D2300B2}"/>
    <dgm:cxn modelId="{56166D5B-AA66-4E54-80BE-5479B5266F39}" type="presOf" srcId="{5AD33756-1903-4ABE-B536-A47F74E612A4}" destId="{B1ED1BA2-5753-4612-941E-BB160DE8A5B2}" srcOrd="0" destOrd="0" presId="urn:microsoft.com/office/officeart/2008/layout/HorizontalMultiLevelHierarchy"/>
    <dgm:cxn modelId="{E7283647-7A5E-4771-8DE8-D659E34D3BAB}" srcId="{031260B9-C8F0-415D-BB12-5F98FAD0A145}" destId="{F3A1B37A-355A-47FF-82E6-EE69A27B8B87}" srcOrd="0" destOrd="0" parTransId="{6EDEF63E-296D-4E9C-BD18-5F05AA4439C3}" sibTransId="{97455F4F-5AF4-41A3-B0B7-898CB48908A3}"/>
    <dgm:cxn modelId="{0191024F-A23A-44EE-9732-E34FA529F59F}" srcId="{0ACCDA85-508B-4AFF-9B4D-AAC2A6E3B5A4}" destId="{031260B9-C8F0-415D-BB12-5F98FAD0A145}" srcOrd="0" destOrd="0" parTransId="{507B4C9D-2538-4686-9879-93E2ABEE8BDC}" sibTransId="{7812B71F-59E0-4A94-854E-87583EA1C084}"/>
    <dgm:cxn modelId="{FA1E5270-018A-40EC-A919-7065B6E4A88F}" type="presOf" srcId="{6EDEF63E-296D-4E9C-BD18-5F05AA4439C3}" destId="{9FA36F8D-1831-4E9F-B0E4-5C32923C7C1C}" srcOrd="0" destOrd="0" presId="urn:microsoft.com/office/officeart/2008/layout/HorizontalMultiLevelHierarchy"/>
    <dgm:cxn modelId="{6F76F477-92D4-403E-BE52-93CE68649DDF}" type="presOf" srcId="{48E6F3B3-F97D-4588-BE4D-9DBF0607AB79}" destId="{A2FC50BE-F19A-4C5E-B4F7-8D84CDBFAF8D}" srcOrd="1" destOrd="0" presId="urn:microsoft.com/office/officeart/2008/layout/HorizontalMultiLevelHierarchy"/>
    <dgm:cxn modelId="{EF72D691-001D-4C78-8467-08DC3869845A}" srcId="{031260B9-C8F0-415D-BB12-5F98FAD0A145}" destId="{8D9744CC-AE09-4D43-AC86-17D836FF01D7}" srcOrd="3" destOrd="0" parTransId="{48E6F3B3-F97D-4588-BE4D-9DBF0607AB79}" sibTransId="{39A3203E-DD2F-4C73-8F31-C0DA3A238537}"/>
    <dgm:cxn modelId="{2AEACCAE-6C63-4629-BF35-978E16768BBF}" type="presOf" srcId="{8C556109-37BA-4EA2-9B51-BDFAA60B2F02}" destId="{3AEE9432-DC49-45E7-B6E1-4AAB51E3E45E}" srcOrd="1" destOrd="0" presId="urn:microsoft.com/office/officeart/2008/layout/HorizontalMultiLevelHierarchy"/>
    <dgm:cxn modelId="{32BE63B5-2157-4138-960D-3A334CF9130B}" type="presOf" srcId="{0ACCDA85-508B-4AFF-9B4D-AAC2A6E3B5A4}" destId="{1CC3925D-06C4-4A9D-8515-F74D976263E6}" srcOrd="0" destOrd="0" presId="urn:microsoft.com/office/officeart/2008/layout/HorizontalMultiLevelHierarchy"/>
    <dgm:cxn modelId="{61CB3CC3-0804-4923-937F-BFFF74D3C2D7}" type="presOf" srcId="{6EDEF63E-296D-4E9C-BD18-5F05AA4439C3}" destId="{B5176457-5470-43F3-8ECC-9C4B163C691C}" srcOrd="1" destOrd="0" presId="urn:microsoft.com/office/officeart/2008/layout/HorizontalMultiLevelHierarchy"/>
    <dgm:cxn modelId="{7AEC02D5-27C9-460B-AEB9-62C7ECEDC75B}" type="presOf" srcId="{8C556109-37BA-4EA2-9B51-BDFAA60B2F02}" destId="{77FC571E-C32A-4742-80AB-3CE08C2E905F}" srcOrd="0" destOrd="0" presId="urn:microsoft.com/office/officeart/2008/layout/HorizontalMultiLevelHierarchy"/>
    <dgm:cxn modelId="{CFFB3CE1-9551-4FC4-ABF1-07BD62DC73BD}" srcId="{031260B9-C8F0-415D-BB12-5F98FAD0A145}" destId="{5AD33756-1903-4ABE-B536-A47F74E612A4}" srcOrd="2" destOrd="0" parTransId="{8C556109-37BA-4EA2-9B51-BDFAA60B2F02}" sibTransId="{C22B7B14-E8CF-4818-93D5-17734215DB6A}"/>
    <dgm:cxn modelId="{B340A3F4-A4E5-4038-B910-2532A93BA7F0}" type="presOf" srcId="{8D9744CC-AE09-4D43-AC86-17D836FF01D7}" destId="{F00423B9-6E23-405A-B4AA-BEE0C6FF45F6}" srcOrd="0" destOrd="0" presId="urn:microsoft.com/office/officeart/2008/layout/HorizontalMultiLevelHierarchy"/>
    <dgm:cxn modelId="{BCCFF0F4-BC19-4659-A9CC-15A0FB445BCA}" type="presOf" srcId="{19A5F07E-93B4-47DF-9980-F80757511EE6}" destId="{09184C92-221E-45F1-8661-97B5B5473431}" srcOrd="0" destOrd="0" presId="urn:microsoft.com/office/officeart/2008/layout/HorizontalMultiLevelHierarchy"/>
    <dgm:cxn modelId="{C2E4B1F5-2395-45BA-A37A-AA2A4C5D9A35}" type="presOf" srcId="{1DC75B38-C64A-44BB-B738-867B06484836}" destId="{3FFF313F-F889-4FD8-9159-CB157F899825}" srcOrd="0" destOrd="0" presId="urn:microsoft.com/office/officeart/2008/layout/HorizontalMultiLevelHierarchy"/>
    <dgm:cxn modelId="{78AC9BE0-32FF-4221-A672-570956FE4EF3}" type="presParOf" srcId="{1CC3925D-06C4-4A9D-8515-F74D976263E6}" destId="{CFCAAA5C-1DA4-4BD9-8F11-8EEA44619254}" srcOrd="0" destOrd="0" presId="urn:microsoft.com/office/officeart/2008/layout/HorizontalMultiLevelHierarchy"/>
    <dgm:cxn modelId="{B4F1DCA5-144D-4000-9762-C5D367ABBDD9}" type="presParOf" srcId="{CFCAAA5C-1DA4-4BD9-8F11-8EEA44619254}" destId="{10D484C8-4EAC-425F-95AB-4186A201BACA}" srcOrd="0" destOrd="0" presId="urn:microsoft.com/office/officeart/2008/layout/HorizontalMultiLevelHierarchy"/>
    <dgm:cxn modelId="{DAD34FB1-FFE7-46A0-AB30-4258034F880C}" type="presParOf" srcId="{CFCAAA5C-1DA4-4BD9-8F11-8EEA44619254}" destId="{487CFD4A-1608-4D6E-A1E2-2BA780BF3556}" srcOrd="1" destOrd="0" presId="urn:microsoft.com/office/officeart/2008/layout/HorizontalMultiLevelHierarchy"/>
    <dgm:cxn modelId="{F1F21BEB-7D08-452F-B565-31B8731E502F}" type="presParOf" srcId="{487CFD4A-1608-4D6E-A1E2-2BA780BF3556}" destId="{9FA36F8D-1831-4E9F-B0E4-5C32923C7C1C}" srcOrd="0" destOrd="0" presId="urn:microsoft.com/office/officeart/2008/layout/HorizontalMultiLevelHierarchy"/>
    <dgm:cxn modelId="{4627943D-6B25-4706-A81E-CC5C77B04DA0}" type="presParOf" srcId="{9FA36F8D-1831-4E9F-B0E4-5C32923C7C1C}" destId="{B5176457-5470-43F3-8ECC-9C4B163C691C}" srcOrd="0" destOrd="0" presId="urn:microsoft.com/office/officeart/2008/layout/HorizontalMultiLevelHierarchy"/>
    <dgm:cxn modelId="{23BAE4F0-019D-4FBE-A5A1-1ED349A718D0}" type="presParOf" srcId="{487CFD4A-1608-4D6E-A1E2-2BA780BF3556}" destId="{3D4687E0-0D49-41CE-A8D4-89A956FC09C6}" srcOrd="1" destOrd="0" presId="urn:microsoft.com/office/officeart/2008/layout/HorizontalMultiLevelHierarchy"/>
    <dgm:cxn modelId="{84584DF2-F597-43A2-BB4C-0CC4A376295F}" type="presParOf" srcId="{3D4687E0-0D49-41CE-A8D4-89A956FC09C6}" destId="{925C36B5-378F-4D67-9B2F-BEA005D82CA5}" srcOrd="0" destOrd="0" presId="urn:microsoft.com/office/officeart/2008/layout/HorizontalMultiLevelHierarchy"/>
    <dgm:cxn modelId="{35306C9B-A94D-4331-984D-D3962EFC536C}" type="presParOf" srcId="{3D4687E0-0D49-41CE-A8D4-89A956FC09C6}" destId="{14AF68F1-3EF5-4B1E-99BF-E210F85B4066}" srcOrd="1" destOrd="0" presId="urn:microsoft.com/office/officeart/2008/layout/HorizontalMultiLevelHierarchy"/>
    <dgm:cxn modelId="{E9433C39-0418-4D58-A857-1CB1077F5F4C}" type="presParOf" srcId="{487CFD4A-1608-4D6E-A1E2-2BA780BF3556}" destId="{09184C92-221E-45F1-8661-97B5B5473431}" srcOrd="2" destOrd="0" presId="urn:microsoft.com/office/officeart/2008/layout/HorizontalMultiLevelHierarchy"/>
    <dgm:cxn modelId="{9567694E-AA5C-4225-B4B2-72956311FD46}" type="presParOf" srcId="{09184C92-221E-45F1-8661-97B5B5473431}" destId="{A3BA7661-C915-49DD-AADD-BEAE63E17B35}" srcOrd="0" destOrd="0" presId="urn:microsoft.com/office/officeart/2008/layout/HorizontalMultiLevelHierarchy"/>
    <dgm:cxn modelId="{C4E084AB-7E22-4C3D-AC15-117154352D72}" type="presParOf" srcId="{487CFD4A-1608-4D6E-A1E2-2BA780BF3556}" destId="{16CEB589-4173-4A6F-9855-57D21A0A3E1E}" srcOrd="3" destOrd="0" presId="urn:microsoft.com/office/officeart/2008/layout/HorizontalMultiLevelHierarchy"/>
    <dgm:cxn modelId="{7463D8CC-3C4B-4D74-AD8A-917C2812A3EB}" type="presParOf" srcId="{16CEB589-4173-4A6F-9855-57D21A0A3E1E}" destId="{3FFF313F-F889-4FD8-9159-CB157F899825}" srcOrd="0" destOrd="0" presId="urn:microsoft.com/office/officeart/2008/layout/HorizontalMultiLevelHierarchy"/>
    <dgm:cxn modelId="{EC69C4D8-7582-45E1-BA0E-107EB331993B}" type="presParOf" srcId="{16CEB589-4173-4A6F-9855-57D21A0A3E1E}" destId="{A821FA58-9775-4789-BE6C-24619FF49100}" srcOrd="1" destOrd="0" presId="urn:microsoft.com/office/officeart/2008/layout/HorizontalMultiLevelHierarchy"/>
    <dgm:cxn modelId="{83184249-87BE-4BDC-9735-69E3CE5C471E}" type="presParOf" srcId="{487CFD4A-1608-4D6E-A1E2-2BA780BF3556}" destId="{77FC571E-C32A-4742-80AB-3CE08C2E905F}" srcOrd="4" destOrd="0" presId="urn:microsoft.com/office/officeart/2008/layout/HorizontalMultiLevelHierarchy"/>
    <dgm:cxn modelId="{1C85EFE9-17A5-4522-9F16-6BEBFFC41120}" type="presParOf" srcId="{77FC571E-C32A-4742-80AB-3CE08C2E905F}" destId="{3AEE9432-DC49-45E7-B6E1-4AAB51E3E45E}" srcOrd="0" destOrd="0" presId="urn:microsoft.com/office/officeart/2008/layout/HorizontalMultiLevelHierarchy"/>
    <dgm:cxn modelId="{8B28417C-62C2-42C7-9DBD-B19B4266C5D3}" type="presParOf" srcId="{487CFD4A-1608-4D6E-A1E2-2BA780BF3556}" destId="{7541EE0C-1B6A-4703-A3E5-6AAD8DC3B7A8}" srcOrd="5" destOrd="0" presId="urn:microsoft.com/office/officeart/2008/layout/HorizontalMultiLevelHierarchy"/>
    <dgm:cxn modelId="{3CA614D1-0C24-46DC-911A-8BB518167656}" type="presParOf" srcId="{7541EE0C-1B6A-4703-A3E5-6AAD8DC3B7A8}" destId="{B1ED1BA2-5753-4612-941E-BB160DE8A5B2}" srcOrd="0" destOrd="0" presId="urn:microsoft.com/office/officeart/2008/layout/HorizontalMultiLevelHierarchy"/>
    <dgm:cxn modelId="{C46DDA25-C2ED-453F-9920-4916BE11A312}" type="presParOf" srcId="{7541EE0C-1B6A-4703-A3E5-6AAD8DC3B7A8}" destId="{16544550-624B-4A25-9F3D-DDDB7C850642}" srcOrd="1" destOrd="0" presId="urn:microsoft.com/office/officeart/2008/layout/HorizontalMultiLevelHierarchy"/>
    <dgm:cxn modelId="{8BEE57E7-D192-4D9A-93AB-3824FA8CF9C2}" type="presParOf" srcId="{487CFD4A-1608-4D6E-A1E2-2BA780BF3556}" destId="{B62AA691-DF7A-4E82-B58C-8D9C88EA0C07}" srcOrd="6" destOrd="0" presId="urn:microsoft.com/office/officeart/2008/layout/HorizontalMultiLevelHierarchy"/>
    <dgm:cxn modelId="{5E878C39-A364-4E15-9C8E-553ABDC2F655}" type="presParOf" srcId="{B62AA691-DF7A-4E82-B58C-8D9C88EA0C07}" destId="{A2FC50BE-F19A-4C5E-B4F7-8D84CDBFAF8D}" srcOrd="0" destOrd="0" presId="urn:microsoft.com/office/officeart/2008/layout/HorizontalMultiLevelHierarchy"/>
    <dgm:cxn modelId="{5A3A13B7-DA58-4277-A765-BDE5F0F3C4AF}" type="presParOf" srcId="{487CFD4A-1608-4D6E-A1E2-2BA780BF3556}" destId="{AC0EA1FA-4E34-42F4-9B94-9C12F41ED1A8}" srcOrd="7" destOrd="0" presId="urn:microsoft.com/office/officeart/2008/layout/HorizontalMultiLevelHierarchy"/>
    <dgm:cxn modelId="{66D653F3-BF27-4793-97C8-27BB45D32E73}" type="presParOf" srcId="{AC0EA1FA-4E34-42F4-9B94-9C12F41ED1A8}" destId="{F00423B9-6E23-405A-B4AA-BEE0C6FF45F6}" srcOrd="0" destOrd="0" presId="urn:microsoft.com/office/officeart/2008/layout/HorizontalMultiLevelHierarchy"/>
    <dgm:cxn modelId="{57640B4C-249F-462F-8EA3-103B263E97FC}" type="presParOf" srcId="{AC0EA1FA-4E34-42F4-9B94-9C12F41ED1A8}" destId="{4D4AD177-4B19-4F61-8395-C24C02F11CAF}" srcOrd="1" destOrd="0" presId="urn:microsoft.com/office/officeart/2008/layout/HorizontalMultiLevelHierarchy"/>
  </dgm:cxnLst>
  <dgm:bg/>
  <dgm:whole/>
  <dgm:extLst>
    <a:ext uri="http://schemas.microsoft.com/office/drawing/2008/diagram">
      <dsp:dataModelExt xmlns:dsp="http://schemas.microsoft.com/office/drawing/2008/diagram" relId="rId2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046384-383C-4AB4-8526-E32FA94CE8CE}">
      <dsp:nvSpPr>
        <dsp:cNvPr id="0" name=""/>
        <dsp:cNvSpPr/>
      </dsp:nvSpPr>
      <dsp:spPr>
        <a:xfrm>
          <a:off x="2036392" y="2947205"/>
          <a:ext cx="734679" cy="139992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67339" y="0"/>
              </a:lnTo>
              <a:lnTo>
                <a:pt x="367339" y="1399922"/>
              </a:lnTo>
              <a:lnTo>
                <a:pt x="734679" y="139992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64207" y="3607641"/>
        <a:ext cx="79049" cy="79049"/>
      </dsp:txXfrm>
    </dsp:sp>
    <dsp:sp modelId="{46C707D2-CF2A-4226-BDFF-82AA841E4348}">
      <dsp:nvSpPr>
        <dsp:cNvPr id="0" name=""/>
        <dsp:cNvSpPr/>
      </dsp:nvSpPr>
      <dsp:spPr>
        <a:xfrm>
          <a:off x="2036392" y="2901485"/>
          <a:ext cx="73467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734679" y="45720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85365" y="2928838"/>
        <a:ext cx="36733" cy="36733"/>
      </dsp:txXfrm>
    </dsp:sp>
    <dsp:sp modelId="{0989FE51-D478-4839-81E4-E08FC607EAAB}">
      <dsp:nvSpPr>
        <dsp:cNvPr id="0" name=""/>
        <dsp:cNvSpPr/>
      </dsp:nvSpPr>
      <dsp:spPr>
        <a:xfrm>
          <a:off x="2036392" y="1547282"/>
          <a:ext cx="734679" cy="1399922"/>
        </a:xfrm>
        <a:custGeom>
          <a:avLst/>
          <a:gdLst/>
          <a:ahLst/>
          <a:cxnLst/>
          <a:rect l="0" t="0" r="0" b="0"/>
          <a:pathLst>
            <a:path>
              <a:moveTo>
                <a:pt x="0" y="1399922"/>
              </a:moveTo>
              <a:lnTo>
                <a:pt x="367339" y="1399922"/>
              </a:lnTo>
              <a:lnTo>
                <a:pt x="367339" y="0"/>
              </a:lnTo>
              <a:lnTo>
                <a:pt x="734679" y="0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64207" y="2207719"/>
        <a:ext cx="79049" cy="79049"/>
      </dsp:txXfrm>
    </dsp:sp>
    <dsp:sp modelId="{FAC37BAF-4369-4E5B-A966-7FD138B3F8C8}">
      <dsp:nvSpPr>
        <dsp:cNvPr id="0" name=""/>
        <dsp:cNvSpPr/>
      </dsp:nvSpPr>
      <dsp:spPr>
        <a:xfrm rot="16200000">
          <a:off x="-873589" y="2387236"/>
          <a:ext cx="4700025" cy="1119937"/>
        </a:xfrm>
        <a:prstGeom prst="flowChartAlternateProcess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/>
            <a:t>Collect data sets</a:t>
          </a:r>
        </a:p>
      </dsp:txBody>
      <dsp:txXfrm>
        <a:off x="-818919" y="2441906"/>
        <a:ext cx="4590685" cy="1010597"/>
      </dsp:txXfrm>
    </dsp:sp>
    <dsp:sp modelId="{42E3C87B-6676-43CA-B3F5-95708160ACC1}">
      <dsp:nvSpPr>
        <dsp:cNvPr id="0" name=""/>
        <dsp:cNvSpPr/>
      </dsp:nvSpPr>
      <dsp:spPr>
        <a:xfrm>
          <a:off x="2771071" y="987313"/>
          <a:ext cx="3673396" cy="111993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/>
            <a:t>Oregon Bee Atlas</a:t>
          </a:r>
        </a:p>
      </dsp:txBody>
      <dsp:txXfrm>
        <a:off x="2771071" y="987313"/>
        <a:ext cx="3673396" cy="1119937"/>
      </dsp:txXfrm>
    </dsp:sp>
    <dsp:sp modelId="{CC001EA6-3251-4B6A-9275-EC614F8775F1}">
      <dsp:nvSpPr>
        <dsp:cNvPr id="0" name=""/>
        <dsp:cNvSpPr/>
      </dsp:nvSpPr>
      <dsp:spPr>
        <a:xfrm>
          <a:off x="2771071" y="2387236"/>
          <a:ext cx="3673396" cy="111993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/>
            <a:t>Oregon Ecoregions</a:t>
          </a:r>
        </a:p>
      </dsp:txBody>
      <dsp:txXfrm>
        <a:off x="2771071" y="2387236"/>
        <a:ext cx="3673396" cy="1119937"/>
      </dsp:txXfrm>
    </dsp:sp>
    <dsp:sp modelId="{2769AFD8-EC95-40CB-861B-BD52D6BE5951}">
      <dsp:nvSpPr>
        <dsp:cNvPr id="0" name=""/>
        <dsp:cNvSpPr/>
      </dsp:nvSpPr>
      <dsp:spPr>
        <a:xfrm>
          <a:off x="2771071" y="3787158"/>
          <a:ext cx="3673396" cy="111993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/>
            <a:t>Oregon Plant Species</a:t>
          </a:r>
        </a:p>
      </dsp:txBody>
      <dsp:txXfrm>
        <a:off x="2771071" y="3787158"/>
        <a:ext cx="3673396" cy="111993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BEEFD43-C534-40C1-A552-04AD9ABC6D62}">
      <dsp:nvSpPr>
        <dsp:cNvPr id="0" name=""/>
        <dsp:cNvSpPr/>
      </dsp:nvSpPr>
      <dsp:spPr>
        <a:xfrm>
          <a:off x="2215208" y="1979899"/>
          <a:ext cx="493549" cy="94045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6774" y="0"/>
              </a:lnTo>
              <a:lnTo>
                <a:pt x="246774" y="940452"/>
              </a:lnTo>
              <a:lnTo>
                <a:pt x="493549" y="94045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435430" y="2423572"/>
        <a:ext cx="53104" cy="53104"/>
      </dsp:txXfrm>
    </dsp:sp>
    <dsp:sp modelId="{77FC571E-C32A-4742-80AB-3CE08C2E905F}">
      <dsp:nvSpPr>
        <dsp:cNvPr id="0" name=""/>
        <dsp:cNvSpPr/>
      </dsp:nvSpPr>
      <dsp:spPr>
        <a:xfrm>
          <a:off x="2215208" y="1934179"/>
          <a:ext cx="49354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93549" y="45720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449644" y="1967560"/>
        <a:ext cx="24677" cy="24677"/>
      </dsp:txXfrm>
    </dsp:sp>
    <dsp:sp modelId="{09184C92-221E-45F1-8661-97B5B5473431}">
      <dsp:nvSpPr>
        <dsp:cNvPr id="0" name=""/>
        <dsp:cNvSpPr/>
      </dsp:nvSpPr>
      <dsp:spPr>
        <a:xfrm>
          <a:off x="2215208" y="1039446"/>
          <a:ext cx="493549" cy="940452"/>
        </a:xfrm>
        <a:custGeom>
          <a:avLst/>
          <a:gdLst/>
          <a:ahLst/>
          <a:cxnLst/>
          <a:rect l="0" t="0" r="0" b="0"/>
          <a:pathLst>
            <a:path>
              <a:moveTo>
                <a:pt x="0" y="940452"/>
              </a:moveTo>
              <a:lnTo>
                <a:pt x="246774" y="940452"/>
              </a:lnTo>
              <a:lnTo>
                <a:pt x="246774" y="0"/>
              </a:lnTo>
              <a:lnTo>
                <a:pt x="493549" y="0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435430" y="1483120"/>
        <a:ext cx="53104" cy="53104"/>
      </dsp:txXfrm>
    </dsp:sp>
    <dsp:sp modelId="{10D484C8-4EAC-425F-95AB-4186A201BACA}">
      <dsp:nvSpPr>
        <dsp:cNvPr id="0" name=""/>
        <dsp:cNvSpPr/>
      </dsp:nvSpPr>
      <dsp:spPr>
        <a:xfrm rot="16200000">
          <a:off x="-140871" y="1603718"/>
          <a:ext cx="3959798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115" tIns="31115" rIns="31115" bIns="31115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900" kern="1200" dirty="0"/>
            <a:t>A/B test</a:t>
          </a:r>
        </a:p>
      </dsp:txBody>
      <dsp:txXfrm>
        <a:off x="-140871" y="1603718"/>
        <a:ext cx="3959798" cy="752361"/>
      </dsp:txXfrm>
    </dsp:sp>
    <dsp:sp modelId="{3FFF313F-F889-4FD8-9159-CB157F899825}">
      <dsp:nvSpPr>
        <dsp:cNvPr id="0" name=""/>
        <dsp:cNvSpPr/>
      </dsp:nvSpPr>
      <dsp:spPr>
        <a:xfrm>
          <a:off x="2708757" y="663266"/>
          <a:ext cx="2467746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Shuffle </a:t>
          </a:r>
          <a:r>
            <a:rPr lang="en-US" sz="2200" kern="1200" dirty="0" err="1"/>
            <a:t>IsNative</a:t>
          </a:r>
          <a:r>
            <a:rPr lang="en-US" sz="2200" kern="1200" dirty="0"/>
            <a:t> Plant Column</a:t>
          </a:r>
        </a:p>
      </dsp:txBody>
      <dsp:txXfrm>
        <a:off x="2708757" y="663266"/>
        <a:ext cx="2467746" cy="752361"/>
      </dsp:txXfrm>
    </dsp:sp>
    <dsp:sp modelId="{B1ED1BA2-5753-4612-941E-BB160DE8A5B2}">
      <dsp:nvSpPr>
        <dsp:cNvPr id="0" name=""/>
        <dsp:cNvSpPr/>
      </dsp:nvSpPr>
      <dsp:spPr>
        <a:xfrm>
          <a:off x="2708757" y="1603718"/>
          <a:ext cx="2467746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Calculate Statistic (run 1000 times)</a:t>
          </a:r>
        </a:p>
      </dsp:txBody>
      <dsp:txXfrm>
        <a:off x="2708757" y="1603718"/>
        <a:ext cx="2467746" cy="752361"/>
      </dsp:txXfrm>
    </dsp:sp>
    <dsp:sp modelId="{F807ADB6-20D6-4ACA-A472-26BBBC85C9E0}">
      <dsp:nvSpPr>
        <dsp:cNvPr id="0" name=""/>
        <dsp:cNvSpPr/>
      </dsp:nvSpPr>
      <dsp:spPr>
        <a:xfrm>
          <a:off x="2708757" y="2544170"/>
          <a:ext cx="2467746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Visualize Results and calculate P-value</a:t>
          </a:r>
          <a:endParaRPr lang="en-US" sz="2200" kern="1200" dirty="0"/>
        </a:p>
      </dsp:txBody>
      <dsp:txXfrm>
        <a:off x="2708757" y="2544170"/>
        <a:ext cx="2467746" cy="75236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62AA691-DF7A-4E82-B58C-8D9C88EA0C07}">
      <dsp:nvSpPr>
        <dsp:cNvPr id="0" name=""/>
        <dsp:cNvSpPr/>
      </dsp:nvSpPr>
      <dsp:spPr>
        <a:xfrm>
          <a:off x="2331854" y="1979899"/>
          <a:ext cx="376903" cy="141067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88451" y="0"/>
              </a:lnTo>
              <a:lnTo>
                <a:pt x="188451" y="1410678"/>
              </a:lnTo>
              <a:lnTo>
                <a:pt x="376903" y="1410678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483801" y="2648734"/>
        <a:ext cx="73008" cy="73008"/>
      </dsp:txXfrm>
    </dsp:sp>
    <dsp:sp modelId="{77FC571E-C32A-4742-80AB-3CE08C2E905F}">
      <dsp:nvSpPr>
        <dsp:cNvPr id="0" name=""/>
        <dsp:cNvSpPr/>
      </dsp:nvSpPr>
      <dsp:spPr>
        <a:xfrm>
          <a:off x="2331854" y="1979899"/>
          <a:ext cx="376903" cy="47022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88451" y="0"/>
              </a:lnTo>
              <a:lnTo>
                <a:pt x="188451" y="470226"/>
              </a:lnTo>
              <a:lnTo>
                <a:pt x="376903" y="47022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505239" y="2199946"/>
        <a:ext cx="30131" cy="30131"/>
      </dsp:txXfrm>
    </dsp:sp>
    <dsp:sp modelId="{09184C92-221E-45F1-8661-97B5B5473431}">
      <dsp:nvSpPr>
        <dsp:cNvPr id="0" name=""/>
        <dsp:cNvSpPr/>
      </dsp:nvSpPr>
      <dsp:spPr>
        <a:xfrm>
          <a:off x="2331854" y="1509672"/>
          <a:ext cx="376903" cy="470226"/>
        </a:xfrm>
        <a:custGeom>
          <a:avLst/>
          <a:gdLst/>
          <a:ahLst/>
          <a:cxnLst/>
          <a:rect l="0" t="0" r="0" b="0"/>
          <a:pathLst>
            <a:path>
              <a:moveTo>
                <a:pt x="0" y="470226"/>
              </a:moveTo>
              <a:lnTo>
                <a:pt x="188451" y="470226"/>
              </a:lnTo>
              <a:lnTo>
                <a:pt x="188451" y="0"/>
              </a:lnTo>
              <a:lnTo>
                <a:pt x="376903" y="0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505239" y="1729720"/>
        <a:ext cx="30131" cy="30131"/>
      </dsp:txXfrm>
    </dsp:sp>
    <dsp:sp modelId="{9FA36F8D-1831-4E9F-B0E4-5C32923C7C1C}">
      <dsp:nvSpPr>
        <dsp:cNvPr id="0" name=""/>
        <dsp:cNvSpPr/>
      </dsp:nvSpPr>
      <dsp:spPr>
        <a:xfrm>
          <a:off x="2331854" y="569220"/>
          <a:ext cx="376903" cy="1410678"/>
        </a:xfrm>
        <a:custGeom>
          <a:avLst/>
          <a:gdLst/>
          <a:ahLst/>
          <a:cxnLst/>
          <a:rect l="0" t="0" r="0" b="0"/>
          <a:pathLst>
            <a:path>
              <a:moveTo>
                <a:pt x="0" y="1410678"/>
              </a:moveTo>
              <a:lnTo>
                <a:pt x="188451" y="1410678"/>
              </a:lnTo>
              <a:lnTo>
                <a:pt x="188451" y="0"/>
              </a:lnTo>
              <a:lnTo>
                <a:pt x="376903" y="0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483801" y="1238055"/>
        <a:ext cx="73008" cy="73008"/>
      </dsp:txXfrm>
    </dsp:sp>
    <dsp:sp modelId="{10D484C8-4EAC-425F-95AB-4186A201BACA}">
      <dsp:nvSpPr>
        <dsp:cNvPr id="0" name=""/>
        <dsp:cNvSpPr/>
      </dsp:nvSpPr>
      <dsp:spPr>
        <a:xfrm rot="16200000">
          <a:off x="-24225" y="1603718"/>
          <a:ext cx="3959798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/>
            <a:t>Two Data Frames</a:t>
          </a:r>
        </a:p>
      </dsp:txBody>
      <dsp:txXfrm>
        <a:off x="-24225" y="1603718"/>
        <a:ext cx="3959798" cy="752361"/>
      </dsp:txXfrm>
    </dsp:sp>
    <dsp:sp modelId="{925C36B5-378F-4D67-9B2F-BEA005D82CA5}">
      <dsp:nvSpPr>
        <dsp:cNvPr id="0" name=""/>
        <dsp:cNvSpPr/>
      </dsp:nvSpPr>
      <dsp:spPr>
        <a:xfrm>
          <a:off x="2708757" y="193040"/>
          <a:ext cx="2467746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Native plant = TRUE Nonnative plant = FALSE</a:t>
          </a:r>
        </a:p>
      </dsp:txBody>
      <dsp:txXfrm>
        <a:off x="2708757" y="193040"/>
        <a:ext cx="2467746" cy="752361"/>
      </dsp:txXfrm>
    </dsp:sp>
    <dsp:sp modelId="{3FFF313F-F889-4FD8-9159-CB157F899825}">
      <dsp:nvSpPr>
        <dsp:cNvPr id="0" name=""/>
        <dsp:cNvSpPr/>
      </dsp:nvSpPr>
      <dsp:spPr>
        <a:xfrm>
          <a:off x="2708757" y="1133492"/>
          <a:ext cx="2467746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Select top 10 native and nonnative plants visited by most bee species</a:t>
          </a:r>
        </a:p>
      </dsp:txBody>
      <dsp:txXfrm>
        <a:off x="2708757" y="1133492"/>
        <a:ext cx="2467746" cy="752361"/>
      </dsp:txXfrm>
    </dsp:sp>
    <dsp:sp modelId="{B1ED1BA2-5753-4612-941E-BB160DE8A5B2}">
      <dsp:nvSpPr>
        <dsp:cNvPr id="0" name=""/>
        <dsp:cNvSpPr/>
      </dsp:nvSpPr>
      <dsp:spPr>
        <a:xfrm>
          <a:off x="2708757" y="2073944"/>
          <a:ext cx="2467746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Created Sankey networks for each set of relationship</a:t>
          </a:r>
        </a:p>
      </dsp:txBody>
      <dsp:txXfrm>
        <a:off x="2708757" y="2073944"/>
        <a:ext cx="2467746" cy="752361"/>
      </dsp:txXfrm>
    </dsp:sp>
    <dsp:sp modelId="{F00423B9-6E23-405A-B4AA-BEE0C6FF45F6}">
      <dsp:nvSpPr>
        <dsp:cNvPr id="0" name=""/>
        <dsp:cNvSpPr/>
      </dsp:nvSpPr>
      <dsp:spPr>
        <a:xfrm>
          <a:off x="2708757" y="3014396"/>
          <a:ext cx="2467746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Evaluate Results</a:t>
          </a:r>
        </a:p>
      </dsp:txBody>
      <dsp:txXfrm>
        <a:off x="2708757" y="3014396"/>
        <a:ext cx="2467746" cy="75236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HorizontalMultiLevelHierarchy">
  <dgm:title val=""/>
  <dgm:desc val=""/>
  <dgm:catLst>
    <dgm:cat type="hierarchy" pri="46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 val="exact"/>
    </dgm:varLst>
    <dgm:choose name="Name1">
      <dgm:if name="Name2" func="var" arg="dir" op="equ" val="norm">
        <dgm:alg type="hierChild">
          <dgm:param type="linDir" val="fromT"/>
          <dgm:param type="chAlign" val="l"/>
        </dgm:alg>
      </dgm:if>
      <dgm:else name="Name3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LevelOneTextNode" refType="h"/>
      <dgm:constr type="w" for="des" forName="LevelOneTextNode" refType="h" refFor="des" refForName="LevelOneTextNode" fact="0.19"/>
      <dgm:constr type="h" for="des" forName="LevelTwoTextNode" refType="w" refFor="des" refForName="LevelOneTextNode"/>
      <dgm:constr type="w" for="des" forName="LevelTwoTextNode" refType="h" refFor="des" refForName="LevelTwoTextNode" fact="3.28"/>
      <dgm:constr type="sibSp" refType="h" refFor="des" refForName="LevelTwoTextNode" op="equ" fact="0.25"/>
      <dgm:constr type="sibSp" for="des" forName="level2hierChild" refType="h" refFor="des" refForName="LevelTwoTextNode" op="equ" fact="0.25"/>
      <dgm:constr type="sibSp" for="des" forName="level3hierChild" refType="h" refFor="des" refForName="LevelTwoTextNode" op="equ" fact="0.25"/>
      <dgm:constr type="sp" for="des" forName="root1" refType="w" refFor="des" refForName="LevelTwoTextNode" fact="0.2"/>
      <dgm:constr type="sp" for="des" forName="root2" refType="sp" refFor="des" refForName="root1" op="equ"/>
      <dgm:constr type="primFontSz" for="des" forName="LevelOneTextNode" op="equ" val="65"/>
      <dgm:constr type="primFontSz" for="des" forName="LevelTwoTextNode" op="equ" val="65"/>
      <dgm:constr type="primFontSz" for="des" forName="LevelTwoTextNode" refType="primFontSz" refFor="des" refForName="LevelOneTextNode" op="lte"/>
      <dgm:constr type="primFontSz" for="des" forName="connTx" op="equ" val="50"/>
      <dgm:constr type="primFontSz" for="des" forName="connTx" refType="primFontSz" refFor="des" refForName="LevelOneTextNode" op="lte" fact="0.78"/>
    </dgm:constrLst>
    <dgm:forEach name="Name4" axis="ch">
      <dgm:forEach name="Name5" axis="self" ptType="node">
        <dgm:layoutNode name="root1">
          <dgm:choose name="Name6">
            <dgm:if name="Name7" func="var" arg="dir" op="equ" val="norm">
              <dgm:alg type="hierRoot">
                <dgm:param type="hierAlign" val="lCtrCh"/>
              </dgm:alg>
            </dgm:if>
            <dgm:else name="Name8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layoutNode name="LevelOneTextNode" styleLbl="node0">
            <dgm:varLst>
              <dgm:chPref val="3"/>
            </dgm:varLst>
            <dgm:alg type="tx">
              <dgm:param type="autoTxRot" val="grav"/>
            </dgm:alg>
            <dgm:choose name="Name9">
              <dgm:if name="Name10" func="var" arg="dir" op="equ" val="norm">
                <dgm:shape xmlns:r="http://schemas.openxmlformats.org/officeDocument/2006/relationships" rot="270" type="rect" r:blip="">
                  <dgm:adjLst/>
                </dgm:shape>
              </dgm:if>
              <dgm:else name="Name11">
                <dgm:shape xmlns:r="http://schemas.openxmlformats.org/officeDocument/2006/relationships" rot="90" type="rect" r:blip="">
                  <dgm:adjLst/>
                </dgm:shape>
              </dgm:else>
            </dgm:choos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2" fact="NaN" max="NaN"/>
            </dgm:ruleLst>
          </dgm:layoutNode>
          <dgm:layoutNode name="level2hierChild">
            <dgm:choose name="Name12">
              <dgm:if name="Name13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4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eat" axis="ch">
              <dgm:forEach name="Name15" axis="self" ptType="parTrans" cnt="1">
                <dgm:layoutNode name="conn2-1">
                  <dgm:choose name="Name16">
                    <dgm:if name="Name17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  <dgm:param type="connRout" val="bend"/>
                      </dgm:alg>
                    </dgm:if>
                    <dgm:else name="Name18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  <dgm:param type="connRout" val="bend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9" axis="self" ptType="node">
                <dgm:layoutNode name="root2">
                  <dgm:choose name="Name20">
                    <dgm:if name="Name21" func="var" arg="dir" op="equ" val="norm">
                      <dgm:alg type="hierRoot">
                        <dgm:param type="hierAlign" val="lCtrCh"/>
                      </dgm:alg>
                    </dgm:if>
                    <dgm:else name="Name22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2" fact="NaN" max="NaN"/>
                    </dgm:ruleLst>
                  </dgm:layoutNode>
                  <dgm:layoutNode name="level3hierChild">
                    <dgm:choose name="Name23">
                      <dgm:if name="Name24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5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forEach name="Name26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HorizontalMultiLevelHierarchy">
  <dgm:title val=""/>
  <dgm:desc val=""/>
  <dgm:catLst>
    <dgm:cat type="hierarchy" pri="46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 val="exact"/>
    </dgm:varLst>
    <dgm:choose name="Name1">
      <dgm:if name="Name2" func="var" arg="dir" op="equ" val="norm">
        <dgm:alg type="hierChild">
          <dgm:param type="linDir" val="fromT"/>
          <dgm:param type="chAlign" val="l"/>
        </dgm:alg>
      </dgm:if>
      <dgm:else name="Name3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LevelOneTextNode" refType="h"/>
      <dgm:constr type="w" for="des" forName="LevelOneTextNode" refType="h" refFor="des" refForName="LevelOneTextNode" fact="0.19"/>
      <dgm:constr type="h" for="des" forName="LevelTwoTextNode" refType="w" refFor="des" refForName="LevelOneTextNode"/>
      <dgm:constr type="w" for="des" forName="LevelTwoTextNode" refType="h" refFor="des" refForName="LevelTwoTextNode" fact="3.28"/>
      <dgm:constr type="sibSp" refType="h" refFor="des" refForName="LevelTwoTextNode" op="equ" fact="0.25"/>
      <dgm:constr type="sibSp" for="des" forName="level2hierChild" refType="h" refFor="des" refForName="LevelTwoTextNode" op="equ" fact="0.25"/>
      <dgm:constr type="sibSp" for="des" forName="level3hierChild" refType="h" refFor="des" refForName="LevelTwoTextNode" op="equ" fact="0.25"/>
      <dgm:constr type="sp" for="des" forName="root1" refType="w" refFor="des" refForName="LevelTwoTextNode" fact="0.2"/>
      <dgm:constr type="sp" for="des" forName="root2" refType="sp" refFor="des" refForName="root1" op="equ"/>
      <dgm:constr type="primFontSz" for="des" forName="LevelOneTextNode" op="equ" val="65"/>
      <dgm:constr type="primFontSz" for="des" forName="LevelTwoTextNode" op="equ" val="65"/>
      <dgm:constr type="primFontSz" for="des" forName="LevelTwoTextNode" refType="primFontSz" refFor="des" refForName="LevelOneTextNode" op="lte"/>
      <dgm:constr type="primFontSz" for="des" forName="connTx" op="equ" val="50"/>
      <dgm:constr type="primFontSz" for="des" forName="connTx" refType="primFontSz" refFor="des" refForName="LevelOneTextNode" op="lte" fact="0.78"/>
    </dgm:constrLst>
    <dgm:forEach name="Name4" axis="ch">
      <dgm:forEach name="Name5" axis="self" ptType="node">
        <dgm:layoutNode name="root1">
          <dgm:choose name="Name6">
            <dgm:if name="Name7" func="var" arg="dir" op="equ" val="norm">
              <dgm:alg type="hierRoot">
                <dgm:param type="hierAlign" val="lCtrCh"/>
              </dgm:alg>
            </dgm:if>
            <dgm:else name="Name8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layoutNode name="LevelOneTextNode" styleLbl="node0">
            <dgm:varLst>
              <dgm:chPref val="3"/>
            </dgm:varLst>
            <dgm:alg type="tx">
              <dgm:param type="autoTxRot" val="grav"/>
            </dgm:alg>
            <dgm:choose name="Name9">
              <dgm:if name="Name10" func="var" arg="dir" op="equ" val="norm">
                <dgm:shape xmlns:r="http://schemas.openxmlformats.org/officeDocument/2006/relationships" rot="270" type="rect" r:blip="">
                  <dgm:adjLst/>
                </dgm:shape>
              </dgm:if>
              <dgm:else name="Name11">
                <dgm:shape xmlns:r="http://schemas.openxmlformats.org/officeDocument/2006/relationships" rot="90" type="rect" r:blip="">
                  <dgm:adjLst/>
                </dgm:shape>
              </dgm:else>
            </dgm:choos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2" fact="NaN" max="NaN"/>
            </dgm:ruleLst>
          </dgm:layoutNode>
          <dgm:layoutNode name="level2hierChild">
            <dgm:choose name="Name12">
              <dgm:if name="Name13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4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eat" axis="ch">
              <dgm:forEach name="Name15" axis="self" ptType="parTrans" cnt="1">
                <dgm:layoutNode name="conn2-1">
                  <dgm:choose name="Name16">
                    <dgm:if name="Name17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  <dgm:param type="connRout" val="bend"/>
                      </dgm:alg>
                    </dgm:if>
                    <dgm:else name="Name18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  <dgm:param type="connRout" val="bend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9" axis="self" ptType="node">
                <dgm:layoutNode name="root2">
                  <dgm:choose name="Name20">
                    <dgm:if name="Name21" func="var" arg="dir" op="equ" val="norm">
                      <dgm:alg type="hierRoot">
                        <dgm:param type="hierAlign" val="lCtrCh"/>
                      </dgm:alg>
                    </dgm:if>
                    <dgm:else name="Name22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2" fact="NaN" max="NaN"/>
                    </dgm:ruleLst>
                  </dgm:layoutNode>
                  <dgm:layoutNode name="level3hierChild">
                    <dgm:choose name="Name23">
                      <dgm:if name="Name24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5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forEach name="Name26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HorizontalMultiLevelHierarchy">
  <dgm:title val=""/>
  <dgm:desc val=""/>
  <dgm:catLst>
    <dgm:cat type="hierarchy" pri="46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 val="exact"/>
    </dgm:varLst>
    <dgm:choose name="Name1">
      <dgm:if name="Name2" func="var" arg="dir" op="equ" val="norm">
        <dgm:alg type="hierChild">
          <dgm:param type="linDir" val="fromT"/>
          <dgm:param type="chAlign" val="l"/>
        </dgm:alg>
      </dgm:if>
      <dgm:else name="Name3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LevelOneTextNode" refType="h"/>
      <dgm:constr type="w" for="des" forName="LevelOneTextNode" refType="h" refFor="des" refForName="LevelOneTextNode" fact="0.19"/>
      <dgm:constr type="h" for="des" forName="LevelTwoTextNode" refType="w" refFor="des" refForName="LevelOneTextNode"/>
      <dgm:constr type="w" for="des" forName="LevelTwoTextNode" refType="h" refFor="des" refForName="LevelTwoTextNode" fact="3.28"/>
      <dgm:constr type="sibSp" refType="h" refFor="des" refForName="LevelTwoTextNode" op="equ" fact="0.25"/>
      <dgm:constr type="sibSp" for="des" forName="level2hierChild" refType="h" refFor="des" refForName="LevelTwoTextNode" op="equ" fact="0.25"/>
      <dgm:constr type="sibSp" for="des" forName="level3hierChild" refType="h" refFor="des" refForName="LevelTwoTextNode" op="equ" fact="0.25"/>
      <dgm:constr type="sp" for="des" forName="root1" refType="w" refFor="des" refForName="LevelTwoTextNode" fact="0.2"/>
      <dgm:constr type="sp" for="des" forName="root2" refType="sp" refFor="des" refForName="root1" op="equ"/>
      <dgm:constr type="primFontSz" for="des" forName="LevelOneTextNode" op="equ" val="65"/>
      <dgm:constr type="primFontSz" for="des" forName="LevelTwoTextNode" op="equ" val="65"/>
      <dgm:constr type="primFontSz" for="des" forName="LevelTwoTextNode" refType="primFontSz" refFor="des" refForName="LevelOneTextNode" op="lte"/>
      <dgm:constr type="primFontSz" for="des" forName="connTx" op="equ" val="50"/>
      <dgm:constr type="primFontSz" for="des" forName="connTx" refType="primFontSz" refFor="des" refForName="LevelOneTextNode" op="lte" fact="0.78"/>
    </dgm:constrLst>
    <dgm:forEach name="Name4" axis="ch">
      <dgm:forEach name="Name5" axis="self" ptType="node">
        <dgm:layoutNode name="root1">
          <dgm:choose name="Name6">
            <dgm:if name="Name7" func="var" arg="dir" op="equ" val="norm">
              <dgm:alg type="hierRoot">
                <dgm:param type="hierAlign" val="lCtrCh"/>
              </dgm:alg>
            </dgm:if>
            <dgm:else name="Name8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layoutNode name="LevelOneTextNode" styleLbl="node0">
            <dgm:varLst>
              <dgm:chPref val="3"/>
            </dgm:varLst>
            <dgm:alg type="tx">
              <dgm:param type="autoTxRot" val="grav"/>
            </dgm:alg>
            <dgm:choose name="Name9">
              <dgm:if name="Name10" func="var" arg="dir" op="equ" val="norm">
                <dgm:shape xmlns:r="http://schemas.openxmlformats.org/officeDocument/2006/relationships" rot="270" type="rect" r:blip="">
                  <dgm:adjLst/>
                </dgm:shape>
              </dgm:if>
              <dgm:else name="Name11">
                <dgm:shape xmlns:r="http://schemas.openxmlformats.org/officeDocument/2006/relationships" rot="90" type="rect" r:blip="">
                  <dgm:adjLst/>
                </dgm:shape>
              </dgm:else>
            </dgm:choos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2" fact="NaN" max="NaN"/>
            </dgm:ruleLst>
          </dgm:layoutNode>
          <dgm:layoutNode name="level2hierChild">
            <dgm:choose name="Name12">
              <dgm:if name="Name13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4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eat" axis="ch">
              <dgm:forEach name="Name15" axis="self" ptType="parTrans" cnt="1">
                <dgm:layoutNode name="conn2-1">
                  <dgm:choose name="Name16">
                    <dgm:if name="Name17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  <dgm:param type="connRout" val="bend"/>
                      </dgm:alg>
                    </dgm:if>
                    <dgm:else name="Name18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  <dgm:param type="connRout" val="bend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9" axis="self" ptType="node">
                <dgm:layoutNode name="root2">
                  <dgm:choose name="Name20">
                    <dgm:if name="Name21" func="var" arg="dir" op="equ" val="norm">
                      <dgm:alg type="hierRoot">
                        <dgm:param type="hierAlign" val="lCtrCh"/>
                      </dgm:alg>
                    </dgm:if>
                    <dgm:else name="Name22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2" fact="NaN" max="NaN"/>
                    </dgm:ruleLst>
                  </dgm:layoutNode>
                  <dgm:layoutNode name="level3hierChild">
                    <dgm:choose name="Name23">
                      <dgm:if name="Name24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5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forEach name="Name26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FE861C-486B-4E18-A0E9-A790238A915C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811066-0135-4CAA-8AD4-89A97190AC00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1pPr>
    <a:lvl2pPr marL="219456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2pPr>
    <a:lvl3pPr marL="438912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3pPr>
    <a:lvl4pPr marL="658368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4pPr>
    <a:lvl5pPr marL="877824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5pPr>
    <a:lvl6pPr marL="1097280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6pPr>
    <a:lvl7pPr marL="1316736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7pPr>
    <a:lvl8pPr marL="1536192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8pPr>
    <a:lvl9pPr marL="1755648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428750" y="685800"/>
            <a:ext cx="40005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811066-0135-4CAA-8AD4-89A97190AC0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6744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880360" y="10226042"/>
            <a:ext cx="32644080" cy="70561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60720" y="18653760"/>
            <a:ext cx="26883360" cy="841248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19202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3840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57607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7680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9601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1521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34416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5361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33714" y="21153122"/>
            <a:ext cx="32644080" cy="6537960"/>
          </a:xfrm>
        </p:spPr>
        <p:txBody>
          <a:bodyPr anchor="t"/>
          <a:lstStyle>
            <a:lvl1pPr algn="l">
              <a:defRPr sz="168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33714" y="13952225"/>
            <a:ext cx="32644080" cy="7200898"/>
          </a:xfrm>
        </p:spPr>
        <p:txBody>
          <a:bodyPr anchor="b"/>
          <a:lstStyle>
            <a:lvl1pPr marL="0" indent="0">
              <a:buNone/>
              <a:defRPr sz="8400">
                <a:solidFill>
                  <a:schemeClr val="tx1">
                    <a:tint val="75000"/>
                  </a:schemeClr>
                </a:solidFill>
              </a:defRPr>
            </a:lvl1pPr>
            <a:lvl2pPr marL="1920240" indent="0">
              <a:buNone/>
              <a:defRPr sz="7560">
                <a:solidFill>
                  <a:schemeClr val="tx1">
                    <a:tint val="75000"/>
                  </a:schemeClr>
                </a:solidFill>
              </a:defRPr>
            </a:lvl2pPr>
            <a:lvl3pPr marL="3840480" indent="0">
              <a:buNone/>
              <a:defRPr sz="6720">
                <a:solidFill>
                  <a:schemeClr val="tx1">
                    <a:tint val="75000"/>
                  </a:schemeClr>
                </a:solidFill>
              </a:defRPr>
            </a:lvl3pPr>
            <a:lvl4pPr marL="5760720" indent="0">
              <a:buNone/>
              <a:defRPr sz="5880">
                <a:solidFill>
                  <a:schemeClr val="tx1">
                    <a:tint val="75000"/>
                  </a:schemeClr>
                </a:solidFill>
              </a:defRPr>
            </a:lvl4pPr>
            <a:lvl5pPr marL="7680960" indent="0">
              <a:buNone/>
              <a:defRPr sz="5880">
                <a:solidFill>
                  <a:schemeClr val="tx1">
                    <a:tint val="75000"/>
                  </a:schemeClr>
                </a:solidFill>
              </a:defRPr>
            </a:lvl5pPr>
            <a:lvl6pPr marL="9601200" indent="0">
              <a:buNone/>
              <a:defRPr sz="5880">
                <a:solidFill>
                  <a:schemeClr val="tx1">
                    <a:tint val="75000"/>
                  </a:schemeClr>
                </a:solidFill>
              </a:defRPr>
            </a:lvl6pPr>
            <a:lvl7pPr marL="11521440" indent="0">
              <a:buNone/>
              <a:defRPr sz="5880">
                <a:solidFill>
                  <a:schemeClr val="tx1">
                    <a:tint val="75000"/>
                  </a:schemeClr>
                </a:solidFill>
              </a:defRPr>
            </a:lvl7pPr>
            <a:lvl8pPr marL="13441680" indent="0">
              <a:buNone/>
              <a:defRPr sz="5880">
                <a:solidFill>
                  <a:schemeClr val="tx1">
                    <a:tint val="75000"/>
                  </a:schemeClr>
                </a:solidFill>
              </a:defRPr>
            </a:lvl8pPr>
            <a:lvl9pPr marL="15361920" indent="0">
              <a:buNone/>
              <a:defRPr sz="58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20240" y="7680963"/>
            <a:ext cx="16962120" cy="21724622"/>
          </a:xfrm>
        </p:spPr>
        <p:txBody>
          <a:bodyPr/>
          <a:lstStyle>
            <a:lvl1pPr>
              <a:defRPr sz="11760"/>
            </a:lvl1pPr>
            <a:lvl2pPr>
              <a:defRPr sz="10080"/>
            </a:lvl2pPr>
            <a:lvl3pPr>
              <a:defRPr sz="8400"/>
            </a:lvl3pPr>
            <a:lvl4pPr>
              <a:defRPr sz="7560"/>
            </a:lvl4pPr>
            <a:lvl5pPr>
              <a:defRPr sz="7560"/>
            </a:lvl5pPr>
            <a:lvl6pPr>
              <a:defRPr sz="7560"/>
            </a:lvl6pPr>
            <a:lvl7pPr>
              <a:defRPr sz="7560"/>
            </a:lvl7pPr>
            <a:lvl8pPr>
              <a:defRPr sz="7560"/>
            </a:lvl8pPr>
            <a:lvl9pPr>
              <a:defRPr sz="75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522440" y="7680963"/>
            <a:ext cx="16962120" cy="21724622"/>
          </a:xfrm>
        </p:spPr>
        <p:txBody>
          <a:bodyPr/>
          <a:lstStyle>
            <a:lvl1pPr>
              <a:defRPr sz="11760"/>
            </a:lvl1pPr>
            <a:lvl2pPr>
              <a:defRPr sz="10080"/>
            </a:lvl2pPr>
            <a:lvl3pPr>
              <a:defRPr sz="8400"/>
            </a:lvl3pPr>
            <a:lvl4pPr>
              <a:defRPr sz="7560"/>
            </a:lvl4pPr>
            <a:lvl5pPr>
              <a:defRPr sz="7560"/>
            </a:lvl5pPr>
            <a:lvl6pPr>
              <a:defRPr sz="7560"/>
            </a:lvl6pPr>
            <a:lvl7pPr>
              <a:defRPr sz="7560"/>
            </a:lvl7pPr>
            <a:lvl8pPr>
              <a:defRPr sz="7560"/>
            </a:lvl8pPr>
            <a:lvl9pPr>
              <a:defRPr sz="75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20240" y="7368542"/>
            <a:ext cx="16968789" cy="3070858"/>
          </a:xfrm>
        </p:spPr>
        <p:txBody>
          <a:bodyPr anchor="b"/>
          <a:lstStyle>
            <a:lvl1pPr marL="0" indent="0">
              <a:buNone/>
              <a:defRPr sz="10080" b="1"/>
            </a:lvl1pPr>
            <a:lvl2pPr marL="1920240" indent="0">
              <a:buNone/>
              <a:defRPr sz="8400" b="1"/>
            </a:lvl2pPr>
            <a:lvl3pPr marL="3840480" indent="0">
              <a:buNone/>
              <a:defRPr sz="7560" b="1"/>
            </a:lvl3pPr>
            <a:lvl4pPr marL="5760720" indent="0">
              <a:buNone/>
              <a:defRPr sz="6720" b="1"/>
            </a:lvl4pPr>
            <a:lvl5pPr marL="7680960" indent="0">
              <a:buNone/>
              <a:defRPr sz="6720" b="1"/>
            </a:lvl5pPr>
            <a:lvl6pPr marL="9601200" indent="0">
              <a:buNone/>
              <a:defRPr sz="6720" b="1"/>
            </a:lvl6pPr>
            <a:lvl7pPr marL="11521440" indent="0">
              <a:buNone/>
              <a:defRPr sz="6720" b="1"/>
            </a:lvl7pPr>
            <a:lvl8pPr marL="13441680" indent="0">
              <a:buNone/>
              <a:defRPr sz="6720" b="1"/>
            </a:lvl8pPr>
            <a:lvl9pPr marL="15361920" indent="0">
              <a:buNone/>
              <a:defRPr sz="67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20240" y="10439400"/>
            <a:ext cx="16968789" cy="18966182"/>
          </a:xfrm>
        </p:spPr>
        <p:txBody>
          <a:bodyPr/>
          <a:lstStyle>
            <a:lvl1pPr>
              <a:defRPr sz="10080"/>
            </a:lvl1pPr>
            <a:lvl2pPr>
              <a:defRPr sz="8400"/>
            </a:lvl2pPr>
            <a:lvl3pPr>
              <a:defRPr sz="7560"/>
            </a:lvl3pPr>
            <a:lvl4pPr>
              <a:defRPr sz="6720"/>
            </a:lvl4pPr>
            <a:lvl5pPr>
              <a:defRPr sz="6720"/>
            </a:lvl5pPr>
            <a:lvl6pPr>
              <a:defRPr sz="6720"/>
            </a:lvl6pPr>
            <a:lvl7pPr>
              <a:defRPr sz="6720"/>
            </a:lvl7pPr>
            <a:lvl8pPr>
              <a:defRPr sz="6720"/>
            </a:lvl8pPr>
            <a:lvl9pPr>
              <a:defRPr sz="67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9509107" y="7368542"/>
            <a:ext cx="16975455" cy="3070858"/>
          </a:xfrm>
        </p:spPr>
        <p:txBody>
          <a:bodyPr anchor="b"/>
          <a:lstStyle>
            <a:lvl1pPr marL="0" indent="0">
              <a:buNone/>
              <a:defRPr sz="10080" b="1"/>
            </a:lvl1pPr>
            <a:lvl2pPr marL="1920240" indent="0">
              <a:buNone/>
              <a:defRPr sz="8400" b="1"/>
            </a:lvl2pPr>
            <a:lvl3pPr marL="3840480" indent="0">
              <a:buNone/>
              <a:defRPr sz="7560" b="1"/>
            </a:lvl3pPr>
            <a:lvl4pPr marL="5760720" indent="0">
              <a:buNone/>
              <a:defRPr sz="6720" b="1"/>
            </a:lvl4pPr>
            <a:lvl5pPr marL="7680960" indent="0">
              <a:buNone/>
              <a:defRPr sz="6720" b="1"/>
            </a:lvl5pPr>
            <a:lvl6pPr marL="9601200" indent="0">
              <a:buNone/>
              <a:defRPr sz="6720" b="1"/>
            </a:lvl6pPr>
            <a:lvl7pPr marL="11521440" indent="0">
              <a:buNone/>
              <a:defRPr sz="6720" b="1"/>
            </a:lvl7pPr>
            <a:lvl8pPr marL="13441680" indent="0">
              <a:buNone/>
              <a:defRPr sz="6720" b="1"/>
            </a:lvl8pPr>
            <a:lvl9pPr marL="15361920" indent="0">
              <a:buNone/>
              <a:defRPr sz="67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9509107" y="10439400"/>
            <a:ext cx="16975455" cy="18966182"/>
          </a:xfrm>
        </p:spPr>
        <p:txBody>
          <a:bodyPr/>
          <a:lstStyle>
            <a:lvl1pPr>
              <a:defRPr sz="10080"/>
            </a:lvl1pPr>
            <a:lvl2pPr>
              <a:defRPr sz="8400"/>
            </a:lvl2pPr>
            <a:lvl3pPr>
              <a:defRPr sz="7560"/>
            </a:lvl3pPr>
            <a:lvl4pPr>
              <a:defRPr sz="6720"/>
            </a:lvl4pPr>
            <a:lvl5pPr>
              <a:defRPr sz="6720"/>
            </a:lvl5pPr>
            <a:lvl6pPr>
              <a:defRPr sz="6720"/>
            </a:lvl6pPr>
            <a:lvl7pPr>
              <a:defRPr sz="6720"/>
            </a:lvl7pPr>
            <a:lvl8pPr>
              <a:defRPr sz="6720"/>
            </a:lvl8pPr>
            <a:lvl9pPr>
              <a:defRPr sz="67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0243" y="1310640"/>
            <a:ext cx="12634914" cy="5577840"/>
          </a:xfrm>
        </p:spPr>
        <p:txBody>
          <a:bodyPr anchor="b"/>
          <a:lstStyle>
            <a:lvl1pPr algn="l">
              <a:defRPr sz="8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015210" y="1310643"/>
            <a:ext cx="21469350" cy="28094942"/>
          </a:xfrm>
        </p:spPr>
        <p:txBody>
          <a:bodyPr/>
          <a:lstStyle>
            <a:lvl1pPr>
              <a:defRPr sz="13440"/>
            </a:lvl1pPr>
            <a:lvl2pPr>
              <a:defRPr sz="11760"/>
            </a:lvl2pPr>
            <a:lvl3pPr>
              <a:defRPr sz="10080"/>
            </a:lvl3pPr>
            <a:lvl4pPr>
              <a:defRPr sz="8400"/>
            </a:lvl4pPr>
            <a:lvl5pPr>
              <a:defRPr sz="8400"/>
            </a:lvl5pPr>
            <a:lvl6pPr>
              <a:defRPr sz="8400"/>
            </a:lvl6pPr>
            <a:lvl7pPr>
              <a:defRPr sz="8400"/>
            </a:lvl7pPr>
            <a:lvl8pPr>
              <a:defRPr sz="8400"/>
            </a:lvl8pPr>
            <a:lvl9pPr>
              <a:defRPr sz="8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20243" y="6888483"/>
            <a:ext cx="12634914" cy="22517102"/>
          </a:xfrm>
        </p:spPr>
        <p:txBody>
          <a:bodyPr/>
          <a:lstStyle>
            <a:lvl1pPr marL="0" indent="0">
              <a:buNone/>
              <a:defRPr sz="5880"/>
            </a:lvl1pPr>
            <a:lvl2pPr marL="1920240" indent="0">
              <a:buNone/>
              <a:defRPr sz="5040"/>
            </a:lvl2pPr>
            <a:lvl3pPr marL="3840480" indent="0">
              <a:buNone/>
              <a:defRPr sz="4200"/>
            </a:lvl3pPr>
            <a:lvl4pPr marL="5760720" indent="0">
              <a:buNone/>
              <a:defRPr sz="3780"/>
            </a:lvl4pPr>
            <a:lvl5pPr marL="7680960" indent="0">
              <a:buNone/>
              <a:defRPr sz="3780"/>
            </a:lvl5pPr>
            <a:lvl6pPr marL="9601200" indent="0">
              <a:buNone/>
              <a:defRPr sz="3780"/>
            </a:lvl6pPr>
            <a:lvl7pPr marL="11521440" indent="0">
              <a:buNone/>
              <a:defRPr sz="3780"/>
            </a:lvl7pPr>
            <a:lvl8pPr marL="13441680" indent="0">
              <a:buNone/>
              <a:defRPr sz="3780"/>
            </a:lvl8pPr>
            <a:lvl9pPr marL="15361920" indent="0">
              <a:buNone/>
              <a:defRPr sz="37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27609" y="23042880"/>
            <a:ext cx="23042880" cy="2720342"/>
          </a:xfrm>
        </p:spPr>
        <p:txBody>
          <a:bodyPr anchor="b"/>
          <a:lstStyle>
            <a:lvl1pPr algn="l">
              <a:defRPr sz="8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527609" y="2941320"/>
            <a:ext cx="23042880" cy="19751040"/>
          </a:xfrm>
        </p:spPr>
        <p:txBody>
          <a:bodyPr/>
          <a:lstStyle>
            <a:lvl1pPr marL="0" indent="0">
              <a:buNone/>
              <a:defRPr sz="13440"/>
            </a:lvl1pPr>
            <a:lvl2pPr marL="1920240" indent="0">
              <a:buNone/>
              <a:defRPr sz="11760"/>
            </a:lvl2pPr>
            <a:lvl3pPr marL="3840480" indent="0">
              <a:buNone/>
              <a:defRPr sz="10080"/>
            </a:lvl3pPr>
            <a:lvl4pPr marL="5760720" indent="0">
              <a:buNone/>
              <a:defRPr sz="8400"/>
            </a:lvl4pPr>
            <a:lvl5pPr marL="7680960" indent="0">
              <a:buNone/>
              <a:defRPr sz="8400"/>
            </a:lvl5pPr>
            <a:lvl6pPr marL="9601200" indent="0">
              <a:buNone/>
              <a:defRPr sz="8400"/>
            </a:lvl6pPr>
            <a:lvl7pPr marL="11521440" indent="0">
              <a:buNone/>
              <a:defRPr sz="8400"/>
            </a:lvl7pPr>
            <a:lvl8pPr marL="13441680" indent="0">
              <a:buNone/>
              <a:defRPr sz="8400"/>
            </a:lvl8pPr>
            <a:lvl9pPr marL="15361920" indent="0">
              <a:buNone/>
              <a:defRPr sz="84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27609" y="25763222"/>
            <a:ext cx="23042880" cy="3863338"/>
          </a:xfrm>
        </p:spPr>
        <p:txBody>
          <a:bodyPr/>
          <a:lstStyle>
            <a:lvl1pPr marL="0" indent="0">
              <a:buNone/>
              <a:defRPr sz="5880"/>
            </a:lvl1pPr>
            <a:lvl2pPr marL="1920240" indent="0">
              <a:buNone/>
              <a:defRPr sz="5040"/>
            </a:lvl2pPr>
            <a:lvl3pPr marL="3840480" indent="0">
              <a:buNone/>
              <a:defRPr sz="4200"/>
            </a:lvl3pPr>
            <a:lvl4pPr marL="5760720" indent="0">
              <a:buNone/>
              <a:defRPr sz="3780"/>
            </a:lvl4pPr>
            <a:lvl5pPr marL="7680960" indent="0">
              <a:buNone/>
              <a:defRPr sz="3780"/>
            </a:lvl5pPr>
            <a:lvl6pPr marL="9601200" indent="0">
              <a:buNone/>
              <a:defRPr sz="3780"/>
            </a:lvl6pPr>
            <a:lvl7pPr marL="11521440" indent="0">
              <a:buNone/>
              <a:defRPr sz="3780"/>
            </a:lvl7pPr>
            <a:lvl8pPr marL="13441680" indent="0">
              <a:buNone/>
              <a:defRPr sz="3780"/>
            </a:lvl8pPr>
            <a:lvl9pPr marL="15361920" indent="0">
              <a:buNone/>
              <a:defRPr sz="37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7843480" y="1318265"/>
            <a:ext cx="8641080" cy="2808732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20240" y="1318265"/>
            <a:ext cx="25283160" cy="2808732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20240" y="1318262"/>
            <a:ext cx="34564320" cy="5486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20240" y="7680963"/>
            <a:ext cx="34564320" cy="21724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20240" y="30510482"/>
            <a:ext cx="89611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0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02BAB4-8B8D-41DD-85C7-81A0CA962007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121640" y="30510482"/>
            <a:ext cx="12161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0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7523440" y="30510482"/>
            <a:ext cx="89611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0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389120" rtl="0" eaLnBrk="1" latinLnBrk="0" hangingPunct="1"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45920" indent="-1645920" algn="l" defTabSz="4389120" rtl="0" eaLnBrk="1" latinLnBrk="0" hangingPunct="1">
        <a:spcBef>
          <a:spcPct val="20000"/>
        </a:spcBef>
        <a:buFont typeface="Arial" pitchFamily="34" charset="0"/>
        <a:buChar char="•"/>
        <a:defRPr sz="15360" kern="1200">
          <a:solidFill>
            <a:schemeClr val="tx1"/>
          </a:solidFill>
          <a:latin typeface="+mn-lt"/>
          <a:ea typeface="+mn-ea"/>
          <a:cs typeface="+mn-cs"/>
        </a:defRPr>
      </a:lvl1pPr>
      <a:lvl2pPr marL="3566160" indent="-1371600" algn="l" defTabSz="4389120" rtl="0" eaLnBrk="1" latinLnBrk="0" hangingPunct="1">
        <a:spcBef>
          <a:spcPct val="20000"/>
        </a:spcBef>
        <a:buFont typeface="Arial" pitchFamily="34" charset="0"/>
        <a:buChar char="–"/>
        <a:defRPr sz="1344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spcBef>
          <a:spcPct val="20000"/>
        </a:spcBef>
        <a:buFont typeface="Arial" pitchFamily="34" charset="0"/>
        <a:buChar char="–"/>
        <a:defRPr sz="960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spcBef>
          <a:spcPct val="20000"/>
        </a:spcBef>
        <a:buFont typeface="Arial" pitchFamily="34" charset="0"/>
        <a:buChar char="»"/>
        <a:defRPr sz="960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microsoft.com/office/2007/relationships/diagramDrawing" Target="../diagrams/drawing1.xml"/><Relationship Id="rId18" Type="http://schemas.openxmlformats.org/officeDocument/2006/relationships/diagramLayout" Target="../diagrams/layout2.xml"/><Relationship Id="rId26" Type="http://schemas.microsoft.com/office/2007/relationships/diagramDrawing" Target="../diagrams/drawing3.xml"/><Relationship Id="rId3" Type="http://schemas.openxmlformats.org/officeDocument/2006/relationships/image" Target="../media/image1.jpeg"/><Relationship Id="rId21" Type="http://schemas.microsoft.com/office/2007/relationships/diagramDrawing" Target="../diagrams/drawing2.xml"/><Relationship Id="rId7" Type="http://schemas.openxmlformats.org/officeDocument/2006/relationships/image" Target="../media/image5.png"/><Relationship Id="rId12" Type="http://schemas.openxmlformats.org/officeDocument/2006/relationships/diagramColors" Target="../diagrams/colors1.xml"/><Relationship Id="rId17" Type="http://schemas.openxmlformats.org/officeDocument/2006/relationships/diagramData" Target="../diagrams/data2.xml"/><Relationship Id="rId25" Type="http://schemas.openxmlformats.org/officeDocument/2006/relationships/diagramColors" Target="../diagrams/colors3.xml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9.png"/><Relationship Id="rId20" Type="http://schemas.openxmlformats.org/officeDocument/2006/relationships/diagramColors" Target="../diagrams/colors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diagramQuickStyle" Target="../diagrams/quickStyle1.xml"/><Relationship Id="rId24" Type="http://schemas.openxmlformats.org/officeDocument/2006/relationships/diagramQuickStyle" Target="../diagrams/quickStyle3.xml"/><Relationship Id="rId5" Type="http://schemas.openxmlformats.org/officeDocument/2006/relationships/image" Target="../media/image3.png"/><Relationship Id="rId15" Type="http://schemas.openxmlformats.org/officeDocument/2006/relationships/image" Target="../media/image8.png"/><Relationship Id="rId23" Type="http://schemas.openxmlformats.org/officeDocument/2006/relationships/diagramLayout" Target="../diagrams/layout3.xml"/><Relationship Id="rId10" Type="http://schemas.openxmlformats.org/officeDocument/2006/relationships/diagramLayout" Target="../diagrams/layout1.xml"/><Relationship Id="rId19" Type="http://schemas.openxmlformats.org/officeDocument/2006/relationships/diagramQuickStyle" Target="../diagrams/quickStyle2.xml"/><Relationship Id="rId4" Type="http://schemas.openxmlformats.org/officeDocument/2006/relationships/image" Target="../media/image2.emf"/><Relationship Id="rId9" Type="http://schemas.openxmlformats.org/officeDocument/2006/relationships/diagramData" Target="../diagrams/data1.xml"/><Relationship Id="rId14" Type="http://schemas.openxmlformats.org/officeDocument/2006/relationships/image" Target="../media/image7.png"/><Relationship Id="rId22" Type="http://schemas.openxmlformats.org/officeDocument/2006/relationships/diagramData" Target="../diagrams/data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green laser vectors on black background">
            <a:extLst>
              <a:ext uri="{FF2B5EF4-FFF2-40B4-BE49-F238E27FC236}">
                <a16:creationId xmlns:a16="http://schemas.microsoft.com/office/drawing/2014/main" id="{79BC50AF-CFDD-F7EC-5BE9-E31F026A3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705" y="2721886"/>
            <a:ext cx="36737924" cy="3418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Rectangle 56">
            <a:extLst>
              <a:ext uri="{FF2B5EF4-FFF2-40B4-BE49-F238E27FC236}">
                <a16:creationId xmlns:a16="http://schemas.microsoft.com/office/drawing/2014/main" id="{0CB5A8CA-2EB8-4EB5-9B19-71726DAC6747}"/>
              </a:ext>
            </a:extLst>
          </p:cNvPr>
          <p:cNvSpPr/>
          <p:nvPr/>
        </p:nvSpPr>
        <p:spPr>
          <a:xfrm>
            <a:off x="27311054" y="26366766"/>
            <a:ext cx="10394395" cy="3512875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56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2138FA9-26F0-45C3-BDCD-A3F2C8FABD35}"/>
              </a:ext>
            </a:extLst>
          </p:cNvPr>
          <p:cNvSpPr txBox="1"/>
          <p:nvPr/>
        </p:nvSpPr>
        <p:spPr>
          <a:xfrm>
            <a:off x="29273124" y="26100077"/>
            <a:ext cx="6533257" cy="81945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725" dirty="0">
                <a:latin typeface="Bangla MN" charset="0"/>
                <a:ea typeface="Bangla MN" charset="0"/>
                <a:cs typeface="Bangla MN" charset="0"/>
              </a:rPr>
              <a:t>Acknowledgments</a:t>
            </a:r>
          </a:p>
        </p:txBody>
      </p:sp>
      <p:sp>
        <p:nvSpPr>
          <p:cNvPr id="2" name="Rectangle 1"/>
          <p:cNvSpPr/>
          <p:nvPr/>
        </p:nvSpPr>
        <p:spPr>
          <a:xfrm>
            <a:off x="314325" y="2390775"/>
            <a:ext cx="37776151" cy="28070175"/>
          </a:xfrm>
          <a:prstGeom prst="rect">
            <a:avLst/>
          </a:prstGeom>
          <a:noFill/>
          <a:ln w="1016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560">
              <a:solidFill>
                <a:schemeClr val="tx1"/>
              </a:solidFill>
            </a:endParaRPr>
          </a:p>
        </p:txBody>
      </p:sp>
      <p:sp>
        <p:nvSpPr>
          <p:cNvPr id="5" name="Snip Diagonal Corner Rectangle 4"/>
          <p:cNvSpPr/>
          <p:nvPr/>
        </p:nvSpPr>
        <p:spPr>
          <a:xfrm>
            <a:off x="11658600" y="2724149"/>
            <a:ext cx="15683955" cy="3404754"/>
          </a:xfrm>
          <a:prstGeom prst="rect">
            <a:avLst/>
          </a:prstGeom>
          <a:solidFill>
            <a:schemeClr val="bg1">
              <a:lumMod val="75000"/>
              <a:alpha val="71373"/>
            </a:scheme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560"/>
          </a:p>
        </p:txBody>
      </p:sp>
      <p:grpSp>
        <p:nvGrpSpPr>
          <p:cNvPr id="39" name="Group 38"/>
          <p:cNvGrpSpPr/>
          <p:nvPr/>
        </p:nvGrpSpPr>
        <p:grpSpPr>
          <a:xfrm>
            <a:off x="792286" y="6685975"/>
            <a:ext cx="10283766" cy="5772725"/>
            <a:chOff x="914400" y="6478996"/>
            <a:chExt cx="11658600" cy="6901780"/>
          </a:xfrm>
          <a:solidFill>
            <a:schemeClr val="bg1"/>
          </a:solidFill>
        </p:grpSpPr>
        <p:sp>
          <p:nvSpPr>
            <p:cNvPr id="34" name="Rectangle 33"/>
            <p:cNvSpPr/>
            <p:nvPr/>
          </p:nvSpPr>
          <p:spPr>
            <a:xfrm>
              <a:off x="914400" y="6762267"/>
              <a:ext cx="11658600" cy="6618509"/>
            </a:xfrm>
            <a:prstGeom prst="rect">
              <a:avLst/>
            </a:prstGeom>
            <a:grpFill/>
            <a:ln w="7620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560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145744" y="6478996"/>
              <a:ext cx="5193851" cy="965929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725" dirty="0">
                  <a:latin typeface="Bangla MN" charset="0"/>
                  <a:ea typeface="Bangla MN" charset="0"/>
                  <a:cs typeface="Bangla MN" charset="0"/>
                </a:rPr>
                <a:t>Introduction</a:t>
              </a:r>
            </a:p>
          </p:txBody>
        </p:sp>
      </p:grpSp>
      <p:grpSp>
        <p:nvGrpSpPr>
          <p:cNvPr id="43" name="Group 42"/>
          <p:cNvGrpSpPr/>
          <p:nvPr/>
        </p:nvGrpSpPr>
        <p:grpSpPr>
          <a:xfrm>
            <a:off x="27342555" y="22125102"/>
            <a:ext cx="10394395" cy="3400436"/>
            <a:chOff x="845736" y="18217490"/>
            <a:chExt cx="11929274" cy="7827920"/>
          </a:xfrm>
        </p:grpSpPr>
        <p:sp>
          <p:nvSpPr>
            <p:cNvPr id="44" name="Rectangle 43"/>
            <p:cNvSpPr/>
            <p:nvPr/>
          </p:nvSpPr>
          <p:spPr>
            <a:xfrm>
              <a:off x="845736" y="18895071"/>
              <a:ext cx="11929274" cy="7150339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560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4178059" y="18217490"/>
              <a:ext cx="5389812" cy="160448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725" dirty="0">
                  <a:latin typeface="Bangla MN" charset="0"/>
                  <a:ea typeface="Bangla MN" charset="0"/>
                  <a:cs typeface="Bangla MN" charset="0"/>
                </a:rPr>
                <a:t>References</a:t>
              </a:r>
            </a:p>
          </p:txBody>
        </p:sp>
      </p:grpSp>
      <p:sp>
        <p:nvSpPr>
          <p:cNvPr id="47" name="Rectangle 46"/>
          <p:cNvSpPr/>
          <p:nvPr/>
        </p:nvSpPr>
        <p:spPr>
          <a:xfrm>
            <a:off x="27311054" y="6922906"/>
            <a:ext cx="10288141" cy="14627658"/>
          </a:xfrm>
          <a:prstGeom prst="rect">
            <a:avLst/>
          </a:prstGeom>
          <a:noFill/>
          <a:ln w="762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560"/>
          </a:p>
        </p:txBody>
      </p:sp>
      <p:sp>
        <p:nvSpPr>
          <p:cNvPr id="52" name="TextBox 51"/>
          <p:cNvSpPr txBox="1"/>
          <p:nvPr/>
        </p:nvSpPr>
        <p:spPr>
          <a:xfrm>
            <a:off x="10683475" y="3034863"/>
            <a:ext cx="17634204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300" b="1" dirty="0">
                <a:ln w="3175">
                  <a:noFill/>
                </a:ln>
                <a:latin typeface="Bangla MN" charset="0"/>
                <a:ea typeface="Bangla MN" charset="0"/>
                <a:cs typeface="Bangla MN" charset="0"/>
              </a:rPr>
              <a:t>TITLE OF Your Project Goes Here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687343" y="6613675"/>
            <a:ext cx="6023462" cy="81945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725" dirty="0">
                <a:latin typeface="Bangla MN" charset="0"/>
                <a:ea typeface="Bangla MN" charset="0"/>
                <a:cs typeface="Bangla MN" charset="0"/>
              </a:rPr>
              <a:t>Conclusions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66775" y="4191001"/>
            <a:ext cx="36671250" cy="7322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200" b="1" dirty="0">
                <a:latin typeface="Bangla MN" charset="0"/>
                <a:ea typeface="Bangla MN" charset="0"/>
                <a:cs typeface="Bangla MN" charset="0"/>
              </a:rPr>
              <a:t>Chu Lei, Jennifer Linnaea</a:t>
            </a:r>
            <a:endParaRPr lang="en-US" sz="4200" b="1" baseline="30000" dirty="0">
              <a:latin typeface="Bangla MN" charset="0"/>
              <a:ea typeface="Bangla MN" charset="0"/>
              <a:cs typeface="Bangla MN" charset="0"/>
            </a:endParaRPr>
          </a:p>
        </p:txBody>
      </p:sp>
      <p:grpSp>
        <p:nvGrpSpPr>
          <p:cNvPr id="40" name="Group 39"/>
          <p:cNvGrpSpPr/>
          <p:nvPr/>
        </p:nvGrpSpPr>
        <p:grpSpPr>
          <a:xfrm>
            <a:off x="11454545" y="14984643"/>
            <a:ext cx="15534484" cy="14971761"/>
            <a:chOff x="939939" y="20148725"/>
            <a:chExt cx="11616995" cy="9845368"/>
          </a:xfrm>
        </p:grpSpPr>
        <p:sp>
          <p:nvSpPr>
            <p:cNvPr id="41" name="Rectangle 40"/>
            <p:cNvSpPr/>
            <p:nvPr/>
          </p:nvSpPr>
          <p:spPr>
            <a:xfrm>
              <a:off x="939939" y="20347496"/>
              <a:ext cx="11616995" cy="9646597"/>
            </a:xfrm>
            <a:prstGeom prst="rect">
              <a:avLst/>
            </a:prstGeom>
            <a:noFill/>
            <a:ln w="7620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560" dirty="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596281" y="20148725"/>
              <a:ext cx="2338935" cy="53128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725" dirty="0">
                  <a:latin typeface="Bangla MN" charset="0"/>
                  <a:ea typeface="Bangla MN" charset="0"/>
                  <a:cs typeface="Bangla MN" charset="0"/>
                </a:rPr>
                <a:t>Result 2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EABD6380-F16B-42AE-AB20-AED81D8BA8F5}"/>
              </a:ext>
            </a:extLst>
          </p:cNvPr>
          <p:cNvSpPr txBox="1"/>
          <p:nvPr/>
        </p:nvSpPr>
        <p:spPr>
          <a:xfrm>
            <a:off x="800100" y="5225661"/>
            <a:ext cx="36737926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150" dirty="0">
                <a:latin typeface="Bangla MN" charset="0"/>
                <a:ea typeface="Bangla MN" charset="0"/>
                <a:cs typeface="Bangla MN" charset="0"/>
              </a:rPr>
              <a:t>University of Oregon, Department of Biology</a:t>
            </a:r>
          </a:p>
        </p:txBody>
      </p:sp>
      <p:grpSp>
        <p:nvGrpSpPr>
          <p:cNvPr id="37" name="Group 36"/>
          <p:cNvGrpSpPr/>
          <p:nvPr/>
        </p:nvGrpSpPr>
        <p:grpSpPr>
          <a:xfrm>
            <a:off x="792286" y="13004197"/>
            <a:ext cx="10283766" cy="5334277"/>
            <a:chOff x="914401" y="19187795"/>
            <a:chExt cx="11609976" cy="12816208"/>
          </a:xfrm>
          <a:solidFill>
            <a:schemeClr val="bg1"/>
          </a:solidFill>
        </p:grpSpPr>
        <p:sp>
          <p:nvSpPr>
            <p:cNvPr id="35" name="Rectangle 34"/>
            <p:cNvSpPr/>
            <p:nvPr/>
          </p:nvSpPr>
          <p:spPr>
            <a:xfrm>
              <a:off x="914401" y="19784859"/>
              <a:ext cx="11609976" cy="12219144"/>
            </a:xfrm>
            <a:prstGeom prst="rect">
              <a:avLst/>
            </a:prstGeom>
            <a:grp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3600" dirty="0">
                  <a:solidFill>
                    <a:schemeClr val="tx1"/>
                  </a:solidFill>
                </a:rPr>
                <a:t>Do more coastal Oregon bee species visit native than nonnative plants?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3600" dirty="0">
                  <a:solidFill>
                    <a:schemeClr val="tx1"/>
                  </a:solidFill>
                </a:rPr>
                <a:t>Which plant species attract the greatest number of bee species?</a:t>
              </a:r>
            </a:p>
            <a:p>
              <a:pPr algn="ctr"/>
              <a:endParaRPr lang="en-US" sz="2000" dirty="0">
                <a:solidFill>
                  <a:schemeClr val="tx1"/>
                </a:solidFill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2871890" y="19187795"/>
              <a:ext cx="7647912" cy="1941105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725" dirty="0">
                  <a:latin typeface="Bangla MN" charset="0"/>
                  <a:ea typeface="Bangla MN" charset="0"/>
                  <a:cs typeface="Bangla MN" charset="0"/>
                </a:rPr>
                <a:t>Research Question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F3A17757-1132-41D3-B375-A1C6758D8BC6}"/>
              </a:ext>
            </a:extLst>
          </p:cNvPr>
          <p:cNvGrpSpPr/>
          <p:nvPr/>
        </p:nvGrpSpPr>
        <p:grpSpPr>
          <a:xfrm>
            <a:off x="6705600" y="6462277"/>
            <a:ext cx="20255062" cy="8181701"/>
            <a:chOff x="7622370" y="23698200"/>
            <a:chExt cx="23148642" cy="9260146"/>
          </a:xfrm>
        </p:grpSpPr>
        <p:grpSp>
          <p:nvGrpSpPr>
            <p:cNvPr id="6" name="Group 5"/>
            <p:cNvGrpSpPr/>
            <p:nvPr/>
          </p:nvGrpSpPr>
          <p:grpSpPr>
            <a:xfrm>
              <a:off x="13058880" y="23698200"/>
              <a:ext cx="17712132" cy="9260146"/>
              <a:chOff x="13536444" y="20953271"/>
              <a:chExt cx="13899016" cy="12234346"/>
            </a:xfrm>
          </p:grpSpPr>
          <p:sp>
            <p:nvSpPr>
              <p:cNvPr id="50" name="Rectangle 49"/>
              <p:cNvSpPr/>
              <p:nvPr/>
            </p:nvSpPr>
            <p:spPr>
              <a:xfrm>
                <a:off x="13536444" y="21566383"/>
                <a:ext cx="13899016" cy="11621234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560"/>
              </a:p>
            </p:txBody>
          </p:sp>
          <p:sp>
            <p:nvSpPr>
              <p:cNvPr id="51" name="TextBox 50"/>
              <p:cNvSpPr txBox="1"/>
              <p:nvPr/>
            </p:nvSpPr>
            <p:spPr>
              <a:xfrm>
                <a:off x="18210300" y="20953271"/>
                <a:ext cx="4006297" cy="121988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725" dirty="0">
                    <a:latin typeface="Bangla MN" charset="0"/>
                    <a:ea typeface="Bangla MN" charset="0"/>
                    <a:cs typeface="Bangla MN" charset="0"/>
                  </a:rPr>
                  <a:t>Result 1</a:t>
                </a:r>
              </a:p>
            </p:txBody>
          </p:sp>
        </p:grpSp>
        <p:sp>
          <p:nvSpPr>
            <p:cNvPr id="18" name="TextBox 17"/>
            <p:cNvSpPr txBox="1"/>
            <p:nvPr/>
          </p:nvSpPr>
          <p:spPr>
            <a:xfrm>
              <a:off x="7622370" y="25567125"/>
              <a:ext cx="1811402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20886">
                <a:spcAft>
                  <a:spcPts val="3500"/>
                </a:spcAft>
              </a:pPr>
              <a:r>
                <a:rPr lang="en-US" sz="3850" dirty="0">
                  <a:latin typeface="Al Bayan Plain" charset="-78"/>
                  <a:ea typeface="Al Bayan Plain" charset="-78"/>
                  <a:cs typeface="Al Bayan Plain" charset="-78"/>
                </a:rPr>
                <a:t> </a:t>
              </a:r>
            </a:p>
          </p:txBody>
        </p:sp>
      </p:grpSp>
      <p:sp>
        <p:nvSpPr>
          <p:cNvPr id="77" name="Rectangle 76">
            <a:extLst>
              <a:ext uri="{FF2B5EF4-FFF2-40B4-BE49-F238E27FC236}">
                <a16:creationId xmlns:a16="http://schemas.microsoft.com/office/drawing/2014/main" id="{D32A5D87-7F7D-AD4A-AEA5-662F84FE5E2D}"/>
              </a:ext>
            </a:extLst>
          </p:cNvPr>
          <p:cNvSpPr/>
          <p:nvPr/>
        </p:nvSpPr>
        <p:spPr>
          <a:xfrm>
            <a:off x="768523" y="19199162"/>
            <a:ext cx="10277233" cy="10757242"/>
          </a:xfrm>
          <a:prstGeom prst="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56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05F8FE6-358E-B041-960A-E8BB7198256E}"/>
              </a:ext>
            </a:extLst>
          </p:cNvPr>
          <p:cNvSpPr txBox="1"/>
          <p:nvPr/>
        </p:nvSpPr>
        <p:spPr>
          <a:xfrm>
            <a:off x="3655928" y="18795205"/>
            <a:ext cx="4639613" cy="8194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4725" dirty="0">
                <a:latin typeface="Bangla MN" charset="0"/>
                <a:ea typeface="Bangla MN" charset="0"/>
                <a:cs typeface="Bangla MN" charset="0"/>
              </a:rPr>
              <a:t>Methods</a:t>
            </a:r>
          </a:p>
        </p:txBody>
      </p:sp>
      <p:pic>
        <p:nvPicPr>
          <p:cNvPr id="67" name="Picture 66">
            <a:extLst>
              <a:ext uri="{FF2B5EF4-FFF2-40B4-BE49-F238E27FC236}">
                <a16:creationId xmlns:a16="http://schemas.microsoft.com/office/drawing/2014/main" id="{9F968DDE-0ACE-0C4D-BBFE-4FA621A207D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880" t="31028" r="36618" b="29628"/>
          <a:stretch/>
        </p:blipFill>
        <p:spPr>
          <a:xfrm>
            <a:off x="34461990" y="2879748"/>
            <a:ext cx="2718892" cy="3119120"/>
          </a:xfrm>
          <a:prstGeom prst="rect">
            <a:avLst/>
          </a:prstGeom>
        </p:spPr>
      </p:pic>
      <p:pic>
        <p:nvPicPr>
          <p:cNvPr id="1028" name="Picture 4" descr="OREGON BEE PROJECT">
            <a:extLst>
              <a:ext uri="{FF2B5EF4-FFF2-40B4-BE49-F238E27FC236}">
                <a16:creationId xmlns:a16="http://schemas.microsoft.com/office/drawing/2014/main" id="{1B3E36AE-9E26-1378-A091-8259806358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171" y="2804860"/>
            <a:ext cx="3150629" cy="3226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graph of a number of bees&#10;&#10;AI-generated content may be incorrect.">
            <a:extLst>
              <a:ext uri="{FF2B5EF4-FFF2-40B4-BE49-F238E27FC236}">
                <a16:creationId xmlns:a16="http://schemas.microsoft.com/office/drawing/2014/main" id="{E006F4F9-0645-B91C-3579-82B853292A7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80371" y="7747261"/>
            <a:ext cx="9278645" cy="5256936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1D653298-725A-22C9-442E-6670A0F8BF3D}"/>
              </a:ext>
            </a:extLst>
          </p:cNvPr>
          <p:cNvGrpSpPr/>
          <p:nvPr/>
        </p:nvGrpSpPr>
        <p:grpSpPr>
          <a:xfrm>
            <a:off x="12043785" y="15479448"/>
            <a:ext cx="5173398" cy="12030745"/>
            <a:chOff x="11500738" y="15304976"/>
            <a:chExt cx="5173398" cy="12030745"/>
          </a:xfrm>
        </p:grpSpPr>
        <p:pic>
          <p:nvPicPr>
            <p:cNvPr id="9" name="Picture 8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7E8E0F6F-AA6B-5C02-56BE-8C2293CB0B6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500738" y="15304976"/>
              <a:ext cx="5173398" cy="6042289"/>
            </a:xfrm>
            <a:prstGeom prst="rect">
              <a:avLst/>
            </a:prstGeom>
          </p:spPr>
        </p:pic>
        <p:pic>
          <p:nvPicPr>
            <p:cNvPr id="13" name="Picture 12" descr="A screenshot of a computer screen&#10;&#10;AI-generated content may be incorrect.">
              <a:extLst>
                <a:ext uri="{FF2B5EF4-FFF2-40B4-BE49-F238E27FC236}">
                  <a16:creationId xmlns:a16="http://schemas.microsoft.com/office/drawing/2014/main" id="{FD33ADA9-E7FC-1ABC-1A0E-AE8DEE7F2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525628" y="21347265"/>
              <a:ext cx="5148507" cy="5988456"/>
            </a:xfrm>
            <a:prstGeom prst="rect">
              <a:avLst/>
            </a:prstGeom>
          </p:spPr>
        </p:pic>
      </p:grp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1D9D8F98-3615-72A5-995E-B4DB8892A4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0550145"/>
              </p:ext>
            </p:extLst>
          </p:nvPr>
        </p:nvGraphicFramePr>
        <p:xfrm>
          <a:off x="63468" y="19315391"/>
          <a:ext cx="7360923" cy="58944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9" r:lo="rId10" r:qs="rId11" r:cs="rId12"/>
          </a:graphicData>
        </a:graphic>
      </p:graphicFrame>
      <p:pic>
        <p:nvPicPr>
          <p:cNvPr id="19" name="Picture 1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B530A3E-BB8A-D0A1-33C2-5721E19E0ED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2435" y="15479448"/>
            <a:ext cx="5319651" cy="5656710"/>
          </a:xfrm>
          <a:prstGeom prst="rect">
            <a:avLst/>
          </a:prstGeom>
        </p:spPr>
      </p:pic>
      <p:pic>
        <p:nvPicPr>
          <p:cNvPr id="23" name="Picture 22" descr="A close up of a shadow&#10;&#10;AI-generated content may be incorrect.">
            <a:extLst>
              <a:ext uri="{FF2B5EF4-FFF2-40B4-BE49-F238E27FC236}">
                <a16:creationId xmlns:a16="http://schemas.microsoft.com/office/drawing/2014/main" id="{542263F5-31E9-277C-F23C-2C1DE9D4E5C8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47335" y="26804640"/>
            <a:ext cx="5296840" cy="705553"/>
          </a:xfrm>
          <a:prstGeom prst="rect">
            <a:avLst/>
          </a:prstGeom>
        </p:spPr>
      </p:pic>
      <p:pic>
        <p:nvPicPr>
          <p:cNvPr id="25" name="Picture 2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E528E70A-6511-7508-5705-19C1971930F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47336" y="21109824"/>
            <a:ext cx="5296839" cy="5694816"/>
          </a:xfrm>
          <a:prstGeom prst="rect">
            <a:avLst/>
          </a:prstGeom>
        </p:spPr>
      </p:pic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5ADB5FD-7862-AFCE-23A9-E0FDE3DA97BB}"/>
              </a:ext>
            </a:extLst>
          </p:cNvPr>
          <p:cNvCxnSpPr>
            <a:cxnSpLocks/>
          </p:cNvCxnSpPr>
          <p:nvPr/>
        </p:nvCxnSpPr>
        <p:spPr>
          <a:xfrm rot="16200000" flipH="1">
            <a:off x="6090702" y="21052303"/>
            <a:ext cx="1320012" cy="825586"/>
          </a:xfrm>
          <a:prstGeom prst="bentConnector3">
            <a:avLst>
              <a:gd name="adj1" fmla="val -1178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19E4D53-EAB2-C31A-0D37-8F925D9E9412}"/>
              </a:ext>
            </a:extLst>
          </p:cNvPr>
          <p:cNvCxnSpPr/>
          <p:nvPr/>
        </p:nvCxnSpPr>
        <p:spPr>
          <a:xfrm>
            <a:off x="6243263" y="22125102"/>
            <a:ext cx="10644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7CBF7FB-57D2-69B2-75A6-B0A05DAF8BA3}"/>
              </a:ext>
            </a:extLst>
          </p:cNvPr>
          <p:cNvCxnSpPr/>
          <p:nvPr/>
        </p:nvCxnSpPr>
        <p:spPr>
          <a:xfrm rot="5400000" flipH="1" flipV="1">
            <a:off x="6090642" y="22352665"/>
            <a:ext cx="1369699" cy="749385"/>
          </a:xfrm>
          <a:prstGeom prst="bentConnector3">
            <a:avLst>
              <a:gd name="adj1" fmla="val -1585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D8379976-E324-4B85-B978-1B3D39C6952F}"/>
              </a:ext>
            </a:extLst>
          </p:cNvPr>
          <p:cNvSpPr/>
          <p:nvPr/>
        </p:nvSpPr>
        <p:spPr>
          <a:xfrm>
            <a:off x="7534614" y="19835809"/>
            <a:ext cx="3102354" cy="130034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Convert to spatial object and reproject</a:t>
            </a: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5446C1E7-F713-760C-0739-C4D314E24915}"/>
              </a:ext>
            </a:extLst>
          </p:cNvPr>
          <p:cNvSpPr/>
          <p:nvPr/>
        </p:nvSpPr>
        <p:spPr>
          <a:xfrm>
            <a:off x="7588744" y="21325223"/>
            <a:ext cx="2928062" cy="121310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Join with ecoregions and convert back to data frame</a:t>
            </a:r>
          </a:p>
        </p:txBody>
      </p: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B4D28608-CA00-56CE-85F5-C1EB6F3293F0}"/>
              </a:ext>
            </a:extLst>
          </p:cNvPr>
          <p:cNvSpPr/>
          <p:nvPr/>
        </p:nvSpPr>
        <p:spPr>
          <a:xfrm>
            <a:off x="7535211" y="22805583"/>
            <a:ext cx="3148264" cy="121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Keep only bee species, plant species, and </a:t>
            </a:r>
            <a:r>
              <a:rPr lang="en-US" sz="2000" dirty="0" err="1"/>
              <a:t>IsNative</a:t>
            </a:r>
            <a:r>
              <a:rPr lang="en-US" sz="2000" dirty="0"/>
              <a:t> plant column.</a:t>
            </a:r>
          </a:p>
        </p:txBody>
      </p:sp>
      <p:graphicFrame>
        <p:nvGraphicFramePr>
          <p:cNvPr id="76" name="Diagram 75">
            <a:extLst>
              <a:ext uri="{FF2B5EF4-FFF2-40B4-BE49-F238E27FC236}">
                <a16:creationId xmlns:a16="http://schemas.microsoft.com/office/drawing/2014/main" id="{04FBCA56-41B3-4CE4-748A-FEEDB1BD8DD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75300294"/>
              </p:ext>
            </p:extLst>
          </p:nvPr>
        </p:nvGraphicFramePr>
        <p:xfrm>
          <a:off x="-83982" y="25431090"/>
          <a:ext cx="6639350" cy="39597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7" r:lo="rId18" r:qs="rId19" r:cs="rId20"/>
          </a:graphicData>
        </a:graphic>
      </p:graphicFrame>
      <p:graphicFrame>
        <p:nvGraphicFramePr>
          <p:cNvPr id="79" name="Diagram 78">
            <a:extLst>
              <a:ext uri="{FF2B5EF4-FFF2-40B4-BE49-F238E27FC236}">
                <a16:creationId xmlns:a16="http://schemas.microsoft.com/office/drawing/2014/main" id="{ADCDA76D-C6C8-B0B1-0AD0-ECEB7BB8626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83870722"/>
              </p:ext>
            </p:extLst>
          </p:nvPr>
        </p:nvGraphicFramePr>
        <p:xfrm>
          <a:off x="4984471" y="25431090"/>
          <a:ext cx="6639350" cy="39597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2" r:lo="rId23" r:qs="rId24" r:cs="rId25"/>
          </a:graphicData>
        </a:graphic>
      </p:graphicFrame>
    </p:spTree>
    <p:extLst>
      <p:ext uri="{BB962C8B-B14F-4D97-AF65-F5344CB8AC3E}">
        <p14:creationId xmlns:p14="http://schemas.microsoft.com/office/powerpoint/2010/main" val="2836234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6F9213B59404E43A44CE396F0EB41DB" ma:contentTypeVersion="17" ma:contentTypeDescription="Create a new document." ma:contentTypeScope="" ma:versionID="fce6b45a062a2e822901d4c016292851">
  <xsd:schema xmlns:xsd="http://www.w3.org/2001/XMLSchema" xmlns:xs="http://www.w3.org/2001/XMLSchema" xmlns:p="http://schemas.microsoft.com/office/2006/metadata/properties" xmlns:ns2="73564203-f0fe-4ae8-8e9f-3aa859c33a2a" xmlns:ns3="c340c53f-212a-43d4-943a-cf81f31f3e59" targetNamespace="http://schemas.microsoft.com/office/2006/metadata/properties" ma:root="true" ma:fieldsID="f9b970dbccb805e6d96bd6c5112c9d7e" ns2:_="" ns3:_="">
    <xsd:import namespace="73564203-f0fe-4ae8-8e9f-3aa859c33a2a"/>
    <xsd:import namespace="c340c53f-212a-43d4-943a-cf81f31f3e5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564203-f0fe-4ae8-8e9f-3aa859c33a2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Length (seconds)" ma:internalName="MediaLengthInSeconds" ma:readOnly="true">
      <xsd:simpleType>
        <xsd:restriction base="dms:Unknown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b91a9775-3525-4bf8-b88d-b7eef9d67d4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340c53f-212a-43d4-943a-cf81f31f3e59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3b23f6c9-62ae-47e7-aaeb-4ff983bef013}" ma:internalName="TaxCatchAll" ma:showField="CatchAllData" ma:web="c340c53f-212a-43d4-943a-cf81f31f3e5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3564203-f0fe-4ae8-8e9f-3aa859c33a2a">
      <Terms xmlns="http://schemas.microsoft.com/office/infopath/2007/PartnerControls"/>
    </lcf76f155ced4ddcb4097134ff3c332f>
    <TaxCatchAll xmlns="c340c53f-212a-43d4-943a-cf81f31f3e59" xsi:nil="true"/>
  </documentManagement>
</p:properties>
</file>

<file path=customXml/itemProps1.xml><?xml version="1.0" encoding="utf-8"?>
<ds:datastoreItem xmlns:ds="http://schemas.openxmlformats.org/officeDocument/2006/customXml" ds:itemID="{B10FC363-817C-4BB3-9BF9-B2C7071C49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3564203-f0fe-4ae8-8e9f-3aa859c33a2a"/>
    <ds:schemaRef ds:uri="c340c53f-212a-43d4-943a-cf81f31f3e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EAA44C3-3866-494C-9120-7B42F7968B8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3ED6497-CB12-4BE5-A6D8-27969E015944}">
  <ds:schemaRefs>
    <ds:schemaRef ds:uri="c340c53f-212a-43d4-943a-cf81f31f3e59"/>
    <ds:schemaRef ds:uri="http://schemas.microsoft.com/office/2006/metadata/properties"/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www.w3.org/XML/1998/namespace"/>
    <ds:schemaRef ds:uri="http://purl.org/dc/terms/"/>
    <ds:schemaRef ds:uri="http://schemas.openxmlformats.org/package/2006/metadata/core-properties"/>
    <ds:schemaRef ds:uri="73564203-f0fe-4ae8-8e9f-3aa859c33a2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146</Words>
  <Application>Microsoft Office PowerPoint</Application>
  <PresentationFormat>Custom</PresentationFormat>
  <Paragraphs>31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Al Bayan Plain</vt:lpstr>
      <vt:lpstr>Arial</vt:lpstr>
      <vt:lpstr>Bangla MN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/>
  <cp:revision>67</cp:revision>
  <dcterms:created xsi:type="dcterms:W3CDTF">2012-08-24T00:53:15Z</dcterms:created>
  <dcterms:modified xsi:type="dcterms:W3CDTF">2025-12-02T04:09:05Z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0x01010066F9213B59404E43A44CE396F0EB41DB</vt:lpwstr>
  </property>
  <property fmtid="{D5CDD505-2E9C-101B-9397-08002B2CF9AE}" pid="3" name="MediaServiceImageTags">
    <vt:lpwstr/>
  </property>
</Properties>
</file>