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6"/>
  </p:notesMasterIdLst>
  <p:sldIdLst>
    <p:sldId id="258" r:id="rId5"/>
  </p:sldIdLst>
  <p:sldSz cx="38404800" cy="32918400"/>
  <p:notesSz cx="6858000" cy="9144000"/>
  <p:defaultTextStyle>
    <a:defPPr>
      <a:defRPr lang="en-US"/>
    </a:defPPr>
    <a:lvl1pPr marL="0" algn="l" defTabSz="4389120" rtl="0" eaLnBrk="1" latinLnBrk="0" hangingPunct="1">
      <a:defRPr sz="8640" kern="1200">
        <a:solidFill>
          <a:schemeClr val="tx1"/>
        </a:solidFill>
        <a:latin typeface="+mn-lt"/>
        <a:ea typeface="+mn-ea"/>
        <a:cs typeface="+mn-cs"/>
      </a:defRPr>
    </a:lvl1pPr>
    <a:lvl2pPr marL="2194560" algn="l" defTabSz="4389120" rtl="0" eaLnBrk="1" latinLnBrk="0" hangingPunct="1">
      <a:defRPr sz="8640" kern="1200">
        <a:solidFill>
          <a:schemeClr val="tx1"/>
        </a:solidFill>
        <a:latin typeface="+mn-lt"/>
        <a:ea typeface="+mn-ea"/>
        <a:cs typeface="+mn-cs"/>
      </a:defRPr>
    </a:lvl2pPr>
    <a:lvl3pPr marL="4389120" algn="l" defTabSz="4389120" rtl="0" eaLnBrk="1" latinLnBrk="0" hangingPunct="1">
      <a:defRPr sz="8640" kern="1200">
        <a:solidFill>
          <a:schemeClr val="tx1"/>
        </a:solidFill>
        <a:latin typeface="+mn-lt"/>
        <a:ea typeface="+mn-ea"/>
        <a:cs typeface="+mn-cs"/>
      </a:defRPr>
    </a:lvl3pPr>
    <a:lvl4pPr marL="6583680" algn="l" defTabSz="4389120" rtl="0" eaLnBrk="1" latinLnBrk="0" hangingPunct="1">
      <a:defRPr sz="8640" kern="1200">
        <a:solidFill>
          <a:schemeClr val="tx1"/>
        </a:solidFill>
        <a:latin typeface="+mn-lt"/>
        <a:ea typeface="+mn-ea"/>
        <a:cs typeface="+mn-cs"/>
      </a:defRPr>
    </a:lvl4pPr>
    <a:lvl5pPr marL="8778240" algn="l" defTabSz="4389120" rtl="0" eaLnBrk="1" latinLnBrk="0" hangingPunct="1">
      <a:defRPr sz="8640" kern="1200">
        <a:solidFill>
          <a:schemeClr val="tx1"/>
        </a:solidFill>
        <a:latin typeface="+mn-lt"/>
        <a:ea typeface="+mn-ea"/>
        <a:cs typeface="+mn-cs"/>
      </a:defRPr>
    </a:lvl5pPr>
    <a:lvl6pPr marL="10972800" algn="l" defTabSz="4389120" rtl="0" eaLnBrk="1" latinLnBrk="0" hangingPunct="1">
      <a:defRPr sz="8640" kern="1200">
        <a:solidFill>
          <a:schemeClr val="tx1"/>
        </a:solidFill>
        <a:latin typeface="+mn-lt"/>
        <a:ea typeface="+mn-ea"/>
        <a:cs typeface="+mn-cs"/>
      </a:defRPr>
    </a:lvl6pPr>
    <a:lvl7pPr marL="13167360" algn="l" defTabSz="4389120" rtl="0" eaLnBrk="1" latinLnBrk="0" hangingPunct="1">
      <a:defRPr sz="8640" kern="1200">
        <a:solidFill>
          <a:schemeClr val="tx1"/>
        </a:solidFill>
        <a:latin typeface="+mn-lt"/>
        <a:ea typeface="+mn-ea"/>
        <a:cs typeface="+mn-cs"/>
      </a:defRPr>
    </a:lvl7pPr>
    <a:lvl8pPr marL="15361920" algn="l" defTabSz="4389120" rtl="0" eaLnBrk="1" latinLnBrk="0" hangingPunct="1">
      <a:defRPr sz="8640" kern="1200">
        <a:solidFill>
          <a:schemeClr val="tx1"/>
        </a:solidFill>
        <a:latin typeface="+mn-lt"/>
        <a:ea typeface="+mn-ea"/>
        <a:cs typeface="+mn-cs"/>
      </a:defRPr>
    </a:lvl8pPr>
    <a:lvl9pPr marL="17556480" algn="l" defTabSz="4389120" rtl="0" eaLnBrk="1" latinLnBrk="0" hangingPunct="1">
      <a:defRPr sz="864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4024" userDrawn="1">
          <p15:clr>
            <a:srgbClr val="A4A3A4"/>
          </p15:clr>
        </p15:guide>
        <p15:guide id="2" orient="horz" pos="103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A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4A1358-77E5-CD2D-B2C0-DA460FA994F1}" v="11" dt="2024-04-12T22:09:45.711"/>
    <p1510:client id="{C74B9BA4-48D9-6960-D17D-F9B457328D2C}" v="330" dt="2024-04-12T22:22:11.2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721" autoAdjust="0"/>
    <p:restoredTop sz="94694"/>
  </p:normalViewPr>
  <p:slideViewPr>
    <p:cSldViewPr>
      <p:cViewPr varScale="1">
        <p:scale>
          <a:sx n="25" d="100"/>
          <a:sy n="25" d="100"/>
        </p:scale>
        <p:origin x="1392" y="224"/>
      </p:cViewPr>
      <p:guideLst>
        <p:guide pos="24024"/>
        <p:guide orient="horz" pos="1036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FE861C-486B-4E18-A0E9-A790238A915C}" type="datetimeFigureOut">
              <a:rPr lang="en-US" smtClean="0"/>
              <a:t>12/1/25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811066-0135-4CAA-8AD4-89A97190AC0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389120" rtl="0" eaLnBrk="1" latinLnBrk="0" hangingPunct="1">
      <a:defRPr sz="5760" kern="1200">
        <a:solidFill>
          <a:schemeClr val="tx1"/>
        </a:solidFill>
        <a:latin typeface="+mn-lt"/>
        <a:ea typeface="+mn-ea"/>
        <a:cs typeface="+mn-cs"/>
      </a:defRPr>
    </a:lvl1pPr>
    <a:lvl2pPr marL="2194560" algn="l" defTabSz="4389120" rtl="0" eaLnBrk="1" latinLnBrk="0" hangingPunct="1">
      <a:defRPr sz="5760" kern="1200">
        <a:solidFill>
          <a:schemeClr val="tx1"/>
        </a:solidFill>
        <a:latin typeface="+mn-lt"/>
        <a:ea typeface="+mn-ea"/>
        <a:cs typeface="+mn-cs"/>
      </a:defRPr>
    </a:lvl2pPr>
    <a:lvl3pPr marL="4389120" algn="l" defTabSz="4389120" rtl="0" eaLnBrk="1" latinLnBrk="0" hangingPunct="1">
      <a:defRPr sz="5760" kern="1200">
        <a:solidFill>
          <a:schemeClr val="tx1"/>
        </a:solidFill>
        <a:latin typeface="+mn-lt"/>
        <a:ea typeface="+mn-ea"/>
        <a:cs typeface="+mn-cs"/>
      </a:defRPr>
    </a:lvl3pPr>
    <a:lvl4pPr marL="6583680" algn="l" defTabSz="4389120" rtl="0" eaLnBrk="1" latinLnBrk="0" hangingPunct="1">
      <a:defRPr sz="5760" kern="1200">
        <a:solidFill>
          <a:schemeClr val="tx1"/>
        </a:solidFill>
        <a:latin typeface="+mn-lt"/>
        <a:ea typeface="+mn-ea"/>
        <a:cs typeface="+mn-cs"/>
      </a:defRPr>
    </a:lvl4pPr>
    <a:lvl5pPr marL="8778240" algn="l" defTabSz="4389120" rtl="0" eaLnBrk="1" latinLnBrk="0" hangingPunct="1">
      <a:defRPr sz="5760" kern="1200">
        <a:solidFill>
          <a:schemeClr val="tx1"/>
        </a:solidFill>
        <a:latin typeface="+mn-lt"/>
        <a:ea typeface="+mn-ea"/>
        <a:cs typeface="+mn-cs"/>
      </a:defRPr>
    </a:lvl5pPr>
    <a:lvl6pPr marL="10972800" algn="l" defTabSz="4389120" rtl="0" eaLnBrk="1" latinLnBrk="0" hangingPunct="1">
      <a:defRPr sz="5760" kern="1200">
        <a:solidFill>
          <a:schemeClr val="tx1"/>
        </a:solidFill>
        <a:latin typeface="+mn-lt"/>
        <a:ea typeface="+mn-ea"/>
        <a:cs typeface="+mn-cs"/>
      </a:defRPr>
    </a:lvl6pPr>
    <a:lvl7pPr marL="13167360" algn="l" defTabSz="4389120" rtl="0" eaLnBrk="1" latinLnBrk="0" hangingPunct="1">
      <a:defRPr sz="5760" kern="1200">
        <a:solidFill>
          <a:schemeClr val="tx1"/>
        </a:solidFill>
        <a:latin typeface="+mn-lt"/>
        <a:ea typeface="+mn-ea"/>
        <a:cs typeface="+mn-cs"/>
      </a:defRPr>
    </a:lvl7pPr>
    <a:lvl8pPr marL="15361920" algn="l" defTabSz="4389120" rtl="0" eaLnBrk="1" latinLnBrk="0" hangingPunct="1">
      <a:defRPr sz="5760" kern="1200">
        <a:solidFill>
          <a:schemeClr val="tx1"/>
        </a:solidFill>
        <a:latin typeface="+mn-lt"/>
        <a:ea typeface="+mn-ea"/>
        <a:cs typeface="+mn-cs"/>
      </a:defRPr>
    </a:lvl8pPr>
    <a:lvl9pPr marL="17556480" algn="l" defTabSz="4389120" rtl="0" eaLnBrk="1" latinLnBrk="0" hangingPunct="1">
      <a:defRPr sz="576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28750" y="685800"/>
            <a:ext cx="40005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811066-0135-4CAA-8AD4-89A97190AC0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6744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80360" y="10226042"/>
            <a:ext cx="32644080" cy="70561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60720" y="18653760"/>
            <a:ext cx="26883360" cy="84124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92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5760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7680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9601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1521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3441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5361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BAB4-8B8D-41DD-85C7-81A0CA962007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4824F-EBE0-443F-8A8F-F64816AF04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BAB4-8B8D-41DD-85C7-81A0CA962007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4824F-EBE0-443F-8A8F-F64816AF04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3714" y="21153122"/>
            <a:ext cx="32644080" cy="6537960"/>
          </a:xfrm>
        </p:spPr>
        <p:txBody>
          <a:bodyPr anchor="t"/>
          <a:lstStyle>
            <a:lvl1pPr algn="l">
              <a:defRPr sz="168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33714" y="13952225"/>
            <a:ext cx="32644080" cy="7200898"/>
          </a:xfrm>
        </p:spPr>
        <p:txBody>
          <a:bodyPr anchor="b"/>
          <a:lstStyle>
            <a:lvl1pPr marL="0" indent="0">
              <a:buNone/>
              <a:defRPr sz="8400">
                <a:solidFill>
                  <a:schemeClr val="tx1">
                    <a:tint val="75000"/>
                  </a:schemeClr>
                </a:solidFill>
              </a:defRPr>
            </a:lvl1pPr>
            <a:lvl2pPr marL="1920240" indent="0">
              <a:buNone/>
              <a:defRPr sz="7560">
                <a:solidFill>
                  <a:schemeClr val="tx1">
                    <a:tint val="75000"/>
                  </a:schemeClr>
                </a:solidFill>
              </a:defRPr>
            </a:lvl2pPr>
            <a:lvl3pPr marL="384048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3pPr>
            <a:lvl4pPr marL="5760720" indent="0">
              <a:buNone/>
              <a:defRPr sz="5880">
                <a:solidFill>
                  <a:schemeClr val="tx1">
                    <a:tint val="75000"/>
                  </a:schemeClr>
                </a:solidFill>
              </a:defRPr>
            </a:lvl4pPr>
            <a:lvl5pPr marL="7680960" indent="0">
              <a:buNone/>
              <a:defRPr sz="5880">
                <a:solidFill>
                  <a:schemeClr val="tx1">
                    <a:tint val="75000"/>
                  </a:schemeClr>
                </a:solidFill>
              </a:defRPr>
            </a:lvl5pPr>
            <a:lvl6pPr marL="9601200" indent="0">
              <a:buNone/>
              <a:defRPr sz="5880">
                <a:solidFill>
                  <a:schemeClr val="tx1">
                    <a:tint val="75000"/>
                  </a:schemeClr>
                </a:solidFill>
              </a:defRPr>
            </a:lvl6pPr>
            <a:lvl7pPr marL="11521440" indent="0">
              <a:buNone/>
              <a:defRPr sz="5880">
                <a:solidFill>
                  <a:schemeClr val="tx1">
                    <a:tint val="75000"/>
                  </a:schemeClr>
                </a:solidFill>
              </a:defRPr>
            </a:lvl7pPr>
            <a:lvl8pPr marL="13441680" indent="0">
              <a:buNone/>
              <a:defRPr sz="5880">
                <a:solidFill>
                  <a:schemeClr val="tx1">
                    <a:tint val="75000"/>
                  </a:schemeClr>
                </a:solidFill>
              </a:defRPr>
            </a:lvl8pPr>
            <a:lvl9pPr marL="15361920" indent="0">
              <a:buNone/>
              <a:defRPr sz="58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BAB4-8B8D-41DD-85C7-81A0CA962007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4824F-EBE0-443F-8A8F-F64816AF04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20240" y="7680963"/>
            <a:ext cx="16962120" cy="21724622"/>
          </a:xfrm>
        </p:spPr>
        <p:txBody>
          <a:bodyPr/>
          <a:lstStyle>
            <a:lvl1pPr>
              <a:defRPr sz="11760"/>
            </a:lvl1pPr>
            <a:lvl2pPr>
              <a:defRPr sz="10080"/>
            </a:lvl2pPr>
            <a:lvl3pPr>
              <a:defRPr sz="8400"/>
            </a:lvl3pPr>
            <a:lvl4pPr>
              <a:defRPr sz="7560"/>
            </a:lvl4pPr>
            <a:lvl5pPr>
              <a:defRPr sz="7560"/>
            </a:lvl5pPr>
            <a:lvl6pPr>
              <a:defRPr sz="7560"/>
            </a:lvl6pPr>
            <a:lvl7pPr>
              <a:defRPr sz="7560"/>
            </a:lvl7pPr>
            <a:lvl8pPr>
              <a:defRPr sz="7560"/>
            </a:lvl8pPr>
            <a:lvl9pPr>
              <a:defRPr sz="75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522440" y="7680963"/>
            <a:ext cx="16962120" cy="21724622"/>
          </a:xfrm>
        </p:spPr>
        <p:txBody>
          <a:bodyPr/>
          <a:lstStyle>
            <a:lvl1pPr>
              <a:defRPr sz="11760"/>
            </a:lvl1pPr>
            <a:lvl2pPr>
              <a:defRPr sz="10080"/>
            </a:lvl2pPr>
            <a:lvl3pPr>
              <a:defRPr sz="8400"/>
            </a:lvl3pPr>
            <a:lvl4pPr>
              <a:defRPr sz="7560"/>
            </a:lvl4pPr>
            <a:lvl5pPr>
              <a:defRPr sz="7560"/>
            </a:lvl5pPr>
            <a:lvl6pPr>
              <a:defRPr sz="7560"/>
            </a:lvl6pPr>
            <a:lvl7pPr>
              <a:defRPr sz="7560"/>
            </a:lvl7pPr>
            <a:lvl8pPr>
              <a:defRPr sz="7560"/>
            </a:lvl8pPr>
            <a:lvl9pPr>
              <a:defRPr sz="75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BAB4-8B8D-41DD-85C7-81A0CA962007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4824F-EBE0-443F-8A8F-F64816AF04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0" y="7368542"/>
            <a:ext cx="16968789" cy="3070858"/>
          </a:xfrm>
        </p:spPr>
        <p:txBody>
          <a:bodyPr anchor="b"/>
          <a:lstStyle>
            <a:lvl1pPr marL="0" indent="0">
              <a:buNone/>
              <a:defRPr sz="10080" b="1"/>
            </a:lvl1pPr>
            <a:lvl2pPr marL="1920240" indent="0">
              <a:buNone/>
              <a:defRPr sz="8400" b="1"/>
            </a:lvl2pPr>
            <a:lvl3pPr marL="3840480" indent="0">
              <a:buNone/>
              <a:defRPr sz="7560" b="1"/>
            </a:lvl3pPr>
            <a:lvl4pPr marL="5760720" indent="0">
              <a:buNone/>
              <a:defRPr sz="6720" b="1"/>
            </a:lvl4pPr>
            <a:lvl5pPr marL="7680960" indent="0">
              <a:buNone/>
              <a:defRPr sz="6720" b="1"/>
            </a:lvl5pPr>
            <a:lvl6pPr marL="9601200" indent="0">
              <a:buNone/>
              <a:defRPr sz="6720" b="1"/>
            </a:lvl6pPr>
            <a:lvl7pPr marL="11521440" indent="0">
              <a:buNone/>
              <a:defRPr sz="6720" b="1"/>
            </a:lvl7pPr>
            <a:lvl8pPr marL="13441680" indent="0">
              <a:buNone/>
              <a:defRPr sz="6720" b="1"/>
            </a:lvl8pPr>
            <a:lvl9pPr marL="15361920" indent="0">
              <a:buNone/>
              <a:defRPr sz="67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20240" y="10439400"/>
            <a:ext cx="16968789" cy="18966182"/>
          </a:xfrm>
        </p:spPr>
        <p:txBody>
          <a:bodyPr/>
          <a:lstStyle>
            <a:lvl1pPr>
              <a:defRPr sz="10080"/>
            </a:lvl1pPr>
            <a:lvl2pPr>
              <a:defRPr sz="8400"/>
            </a:lvl2pPr>
            <a:lvl3pPr>
              <a:defRPr sz="7560"/>
            </a:lvl3pPr>
            <a:lvl4pPr>
              <a:defRPr sz="6720"/>
            </a:lvl4pPr>
            <a:lvl5pPr>
              <a:defRPr sz="6720"/>
            </a:lvl5pPr>
            <a:lvl6pPr>
              <a:defRPr sz="6720"/>
            </a:lvl6pPr>
            <a:lvl7pPr>
              <a:defRPr sz="6720"/>
            </a:lvl7pPr>
            <a:lvl8pPr>
              <a:defRPr sz="6720"/>
            </a:lvl8pPr>
            <a:lvl9pPr>
              <a:defRPr sz="67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9509107" y="7368542"/>
            <a:ext cx="16975455" cy="3070858"/>
          </a:xfrm>
        </p:spPr>
        <p:txBody>
          <a:bodyPr anchor="b"/>
          <a:lstStyle>
            <a:lvl1pPr marL="0" indent="0">
              <a:buNone/>
              <a:defRPr sz="10080" b="1"/>
            </a:lvl1pPr>
            <a:lvl2pPr marL="1920240" indent="0">
              <a:buNone/>
              <a:defRPr sz="8400" b="1"/>
            </a:lvl2pPr>
            <a:lvl3pPr marL="3840480" indent="0">
              <a:buNone/>
              <a:defRPr sz="7560" b="1"/>
            </a:lvl3pPr>
            <a:lvl4pPr marL="5760720" indent="0">
              <a:buNone/>
              <a:defRPr sz="6720" b="1"/>
            </a:lvl4pPr>
            <a:lvl5pPr marL="7680960" indent="0">
              <a:buNone/>
              <a:defRPr sz="6720" b="1"/>
            </a:lvl5pPr>
            <a:lvl6pPr marL="9601200" indent="0">
              <a:buNone/>
              <a:defRPr sz="6720" b="1"/>
            </a:lvl6pPr>
            <a:lvl7pPr marL="11521440" indent="0">
              <a:buNone/>
              <a:defRPr sz="6720" b="1"/>
            </a:lvl7pPr>
            <a:lvl8pPr marL="13441680" indent="0">
              <a:buNone/>
              <a:defRPr sz="6720" b="1"/>
            </a:lvl8pPr>
            <a:lvl9pPr marL="15361920" indent="0">
              <a:buNone/>
              <a:defRPr sz="67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9509107" y="10439400"/>
            <a:ext cx="16975455" cy="18966182"/>
          </a:xfrm>
        </p:spPr>
        <p:txBody>
          <a:bodyPr/>
          <a:lstStyle>
            <a:lvl1pPr>
              <a:defRPr sz="10080"/>
            </a:lvl1pPr>
            <a:lvl2pPr>
              <a:defRPr sz="8400"/>
            </a:lvl2pPr>
            <a:lvl3pPr>
              <a:defRPr sz="7560"/>
            </a:lvl3pPr>
            <a:lvl4pPr>
              <a:defRPr sz="6720"/>
            </a:lvl4pPr>
            <a:lvl5pPr>
              <a:defRPr sz="6720"/>
            </a:lvl5pPr>
            <a:lvl6pPr>
              <a:defRPr sz="6720"/>
            </a:lvl6pPr>
            <a:lvl7pPr>
              <a:defRPr sz="6720"/>
            </a:lvl7pPr>
            <a:lvl8pPr>
              <a:defRPr sz="6720"/>
            </a:lvl8pPr>
            <a:lvl9pPr>
              <a:defRPr sz="67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BAB4-8B8D-41DD-85C7-81A0CA962007}" type="datetimeFigureOut">
              <a:rPr lang="en-US" smtClean="0"/>
              <a:t>12/1/25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4824F-EBE0-443F-8A8F-F64816AF04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BAB4-8B8D-41DD-85C7-81A0CA962007}" type="datetimeFigureOut">
              <a:rPr lang="en-US" smtClean="0"/>
              <a:t>12/1/25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4824F-EBE0-443F-8A8F-F64816AF04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BAB4-8B8D-41DD-85C7-81A0CA962007}" type="datetimeFigureOut">
              <a:rPr lang="en-US" smtClean="0"/>
              <a:t>12/1/25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4824F-EBE0-443F-8A8F-F64816AF04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3" y="1310640"/>
            <a:ext cx="12634914" cy="5577840"/>
          </a:xfrm>
        </p:spPr>
        <p:txBody>
          <a:bodyPr anchor="b"/>
          <a:lstStyle>
            <a:lvl1pPr algn="l">
              <a:defRPr sz="8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15210" y="1310643"/>
            <a:ext cx="21469350" cy="28094942"/>
          </a:xfrm>
        </p:spPr>
        <p:txBody>
          <a:bodyPr/>
          <a:lstStyle>
            <a:lvl1pPr>
              <a:defRPr sz="13440"/>
            </a:lvl1pPr>
            <a:lvl2pPr>
              <a:defRPr sz="11760"/>
            </a:lvl2pPr>
            <a:lvl3pPr>
              <a:defRPr sz="10080"/>
            </a:lvl3pPr>
            <a:lvl4pPr>
              <a:defRPr sz="8400"/>
            </a:lvl4pPr>
            <a:lvl5pPr>
              <a:defRPr sz="8400"/>
            </a:lvl5pPr>
            <a:lvl6pPr>
              <a:defRPr sz="8400"/>
            </a:lvl6pPr>
            <a:lvl7pPr>
              <a:defRPr sz="8400"/>
            </a:lvl7pPr>
            <a:lvl8pPr>
              <a:defRPr sz="8400"/>
            </a:lvl8pPr>
            <a:lvl9pPr>
              <a:defRPr sz="8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0243" y="6888483"/>
            <a:ext cx="12634914" cy="22517102"/>
          </a:xfrm>
        </p:spPr>
        <p:txBody>
          <a:bodyPr/>
          <a:lstStyle>
            <a:lvl1pPr marL="0" indent="0">
              <a:buNone/>
              <a:defRPr sz="5880"/>
            </a:lvl1pPr>
            <a:lvl2pPr marL="1920240" indent="0">
              <a:buNone/>
              <a:defRPr sz="5040"/>
            </a:lvl2pPr>
            <a:lvl3pPr marL="3840480" indent="0">
              <a:buNone/>
              <a:defRPr sz="4200"/>
            </a:lvl3pPr>
            <a:lvl4pPr marL="5760720" indent="0">
              <a:buNone/>
              <a:defRPr sz="3780"/>
            </a:lvl4pPr>
            <a:lvl5pPr marL="7680960" indent="0">
              <a:buNone/>
              <a:defRPr sz="3780"/>
            </a:lvl5pPr>
            <a:lvl6pPr marL="9601200" indent="0">
              <a:buNone/>
              <a:defRPr sz="3780"/>
            </a:lvl6pPr>
            <a:lvl7pPr marL="11521440" indent="0">
              <a:buNone/>
              <a:defRPr sz="3780"/>
            </a:lvl7pPr>
            <a:lvl8pPr marL="13441680" indent="0">
              <a:buNone/>
              <a:defRPr sz="3780"/>
            </a:lvl8pPr>
            <a:lvl9pPr marL="15361920" indent="0">
              <a:buNone/>
              <a:defRPr sz="37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BAB4-8B8D-41DD-85C7-81A0CA962007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4824F-EBE0-443F-8A8F-F64816AF04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27609" y="23042880"/>
            <a:ext cx="23042880" cy="2720342"/>
          </a:xfrm>
        </p:spPr>
        <p:txBody>
          <a:bodyPr anchor="b"/>
          <a:lstStyle>
            <a:lvl1pPr algn="l">
              <a:defRPr sz="8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527609" y="2941320"/>
            <a:ext cx="23042880" cy="19751040"/>
          </a:xfrm>
        </p:spPr>
        <p:txBody>
          <a:bodyPr/>
          <a:lstStyle>
            <a:lvl1pPr marL="0" indent="0">
              <a:buNone/>
              <a:defRPr sz="13440"/>
            </a:lvl1pPr>
            <a:lvl2pPr marL="1920240" indent="0">
              <a:buNone/>
              <a:defRPr sz="11760"/>
            </a:lvl2pPr>
            <a:lvl3pPr marL="3840480" indent="0">
              <a:buNone/>
              <a:defRPr sz="10080"/>
            </a:lvl3pPr>
            <a:lvl4pPr marL="5760720" indent="0">
              <a:buNone/>
              <a:defRPr sz="8400"/>
            </a:lvl4pPr>
            <a:lvl5pPr marL="7680960" indent="0">
              <a:buNone/>
              <a:defRPr sz="8400"/>
            </a:lvl5pPr>
            <a:lvl6pPr marL="9601200" indent="0">
              <a:buNone/>
              <a:defRPr sz="8400"/>
            </a:lvl6pPr>
            <a:lvl7pPr marL="11521440" indent="0">
              <a:buNone/>
              <a:defRPr sz="8400"/>
            </a:lvl7pPr>
            <a:lvl8pPr marL="13441680" indent="0">
              <a:buNone/>
              <a:defRPr sz="8400"/>
            </a:lvl8pPr>
            <a:lvl9pPr marL="15361920" indent="0">
              <a:buNone/>
              <a:defRPr sz="84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27609" y="25763222"/>
            <a:ext cx="23042880" cy="3863338"/>
          </a:xfrm>
        </p:spPr>
        <p:txBody>
          <a:bodyPr/>
          <a:lstStyle>
            <a:lvl1pPr marL="0" indent="0">
              <a:buNone/>
              <a:defRPr sz="5880"/>
            </a:lvl1pPr>
            <a:lvl2pPr marL="1920240" indent="0">
              <a:buNone/>
              <a:defRPr sz="5040"/>
            </a:lvl2pPr>
            <a:lvl3pPr marL="3840480" indent="0">
              <a:buNone/>
              <a:defRPr sz="4200"/>
            </a:lvl3pPr>
            <a:lvl4pPr marL="5760720" indent="0">
              <a:buNone/>
              <a:defRPr sz="3780"/>
            </a:lvl4pPr>
            <a:lvl5pPr marL="7680960" indent="0">
              <a:buNone/>
              <a:defRPr sz="3780"/>
            </a:lvl5pPr>
            <a:lvl6pPr marL="9601200" indent="0">
              <a:buNone/>
              <a:defRPr sz="3780"/>
            </a:lvl6pPr>
            <a:lvl7pPr marL="11521440" indent="0">
              <a:buNone/>
              <a:defRPr sz="3780"/>
            </a:lvl7pPr>
            <a:lvl8pPr marL="13441680" indent="0">
              <a:buNone/>
              <a:defRPr sz="3780"/>
            </a:lvl8pPr>
            <a:lvl9pPr marL="15361920" indent="0">
              <a:buNone/>
              <a:defRPr sz="37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BAB4-8B8D-41DD-85C7-81A0CA962007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4824F-EBE0-443F-8A8F-F64816AF04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BAB4-8B8D-41DD-85C7-81A0CA962007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4824F-EBE0-443F-8A8F-F64816AF04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7843480" y="1318265"/>
            <a:ext cx="8641080" cy="280873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20240" y="1318265"/>
            <a:ext cx="25283160" cy="280873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BAB4-8B8D-41DD-85C7-81A0CA962007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4824F-EBE0-443F-8A8F-F64816AF04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20240" y="1318262"/>
            <a:ext cx="34564320" cy="5486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0" y="7680963"/>
            <a:ext cx="34564320" cy="21724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20240" y="30510482"/>
            <a:ext cx="89611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02BAB4-8B8D-41DD-85C7-81A0CA962007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121640" y="30510482"/>
            <a:ext cx="12161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523440" y="30510482"/>
            <a:ext cx="89611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44824F-EBE0-443F-8A8F-F64816AF04D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389120" rtl="0" eaLnBrk="1" latinLnBrk="0" hangingPunct="1"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45920" indent="-1645920" algn="l" defTabSz="4389120" rtl="0" eaLnBrk="1" latinLnBrk="0" hangingPunct="1">
        <a:spcBef>
          <a:spcPct val="20000"/>
        </a:spcBef>
        <a:buFont typeface="Arial" pitchFamily="34" charset="0"/>
        <a:buChar char="•"/>
        <a:defRPr sz="15360" kern="1200">
          <a:solidFill>
            <a:schemeClr val="tx1"/>
          </a:solidFill>
          <a:latin typeface="+mn-lt"/>
          <a:ea typeface="+mn-ea"/>
          <a:cs typeface="+mn-cs"/>
        </a:defRPr>
      </a:lvl1pPr>
      <a:lvl2pPr marL="3566160" indent="-1371600" algn="l" defTabSz="4389120" rtl="0" eaLnBrk="1" latinLnBrk="0" hangingPunct="1">
        <a:spcBef>
          <a:spcPct val="20000"/>
        </a:spcBef>
        <a:buFont typeface="Arial" pitchFamily="34" charset="0"/>
        <a:buChar char="–"/>
        <a:defRPr sz="1344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spcBef>
          <a:spcPct val="20000"/>
        </a:spcBef>
        <a:buFont typeface="Arial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spcBef>
          <a:spcPct val="20000"/>
        </a:spcBef>
        <a:buFont typeface="Arial" pitchFamily="34" charset="0"/>
        <a:buChar char="–"/>
        <a:defRPr sz="960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spcBef>
          <a:spcPct val="20000"/>
        </a:spcBef>
        <a:buFont typeface="Arial" pitchFamily="34" charset="0"/>
        <a:buChar char="»"/>
        <a:defRPr sz="9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reen laser vectors on black background">
            <a:extLst>
              <a:ext uri="{FF2B5EF4-FFF2-40B4-BE49-F238E27FC236}">
                <a16:creationId xmlns:a16="http://schemas.microsoft.com/office/drawing/2014/main" id="{79BC50AF-CFDD-F7EC-5BE9-E31F026A36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705" y="2721886"/>
            <a:ext cx="36737924" cy="341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Rectangle 56">
            <a:extLst>
              <a:ext uri="{FF2B5EF4-FFF2-40B4-BE49-F238E27FC236}">
                <a16:creationId xmlns:a16="http://schemas.microsoft.com/office/drawing/2014/main" id="{0CB5A8CA-2EB8-4EB5-9B19-71726DAC6747}"/>
              </a:ext>
            </a:extLst>
          </p:cNvPr>
          <p:cNvSpPr/>
          <p:nvPr/>
        </p:nvSpPr>
        <p:spPr>
          <a:xfrm>
            <a:off x="27311054" y="26366766"/>
            <a:ext cx="10394395" cy="3512875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6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2138FA9-26F0-45C3-BDCD-A3F2C8FABD35}"/>
              </a:ext>
            </a:extLst>
          </p:cNvPr>
          <p:cNvSpPr txBox="1"/>
          <p:nvPr/>
        </p:nvSpPr>
        <p:spPr>
          <a:xfrm>
            <a:off x="29273124" y="26100077"/>
            <a:ext cx="6533257" cy="81945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725" dirty="0">
                <a:latin typeface="Bangla MN" charset="0"/>
                <a:ea typeface="Bangla MN" charset="0"/>
                <a:cs typeface="Bangla MN" charset="0"/>
              </a:rPr>
              <a:t>Acknowledgments</a:t>
            </a:r>
          </a:p>
        </p:txBody>
      </p:sp>
      <p:sp>
        <p:nvSpPr>
          <p:cNvPr id="2" name="Rectangle 1"/>
          <p:cNvSpPr/>
          <p:nvPr/>
        </p:nvSpPr>
        <p:spPr>
          <a:xfrm>
            <a:off x="314325" y="2390775"/>
            <a:ext cx="37776151" cy="28070175"/>
          </a:xfrm>
          <a:prstGeom prst="rect">
            <a:avLst/>
          </a:prstGeom>
          <a:noFill/>
          <a:ln w="1016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60">
              <a:solidFill>
                <a:schemeClr val="tx1"/>
              </a:solidFill>
            </a:endParaRPr>
          </a:p>
        </p:txBody>
      </p:sp>
      <p:sp>
        <p:nvSpPr>
          <p:cNvPr id="5" name="Snip Diagonal Corner Rectangle 4"/>
          <p:cNvSpPr/>
          <p:nvPr/>
        </p:nvSpPr>
        <p:spPr>
          <a:xfrm>
            <a:off x="11658600" y="2724149"/>
            <a:ext cx="15683955" cy="3404754"/>
          </a:xfrm>
          <a:prstGeom prst="rect">
            <a:avLst/>
          </a:prstGeom>
          <a:solidFill>
            <a:schemeClr val="bg1">
              <a:lumMod val="75000"/>
              <a:alpha val="71373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60"/>
          </a:p>
        </p:txBody>
      </p:sp>
      <p:grpSp>
        <p:nvGrpSpPr>
          <p:cNvPr id="39" name="Group 38"/>
          <p:cNvGrpSpPr/>
          <p:nvPr/>
        </p:nvGrpSpPr>
        <p:grpSpPr>
          <a:xfrm>
            <a:off x="792286" y="6685975"/>
            <a:ext cx="10283766" cy="5772725"/>
            <a:chOff x="914400" y="6478996"/>
            <a:chExt cx="11658600" cy="6901780"/>
          </a:xfrm>
          <a:solidFill>
            <a:schemeClr val="bg1"/>
          </a:solidFill>
        </p:grpSpPr>
        <p:sp>
          <p:nvSpPr>
            <p:cNvPr id="34" name="Rectangle 33"/>
            <p:cNvSpPr/>
            <p:nvPr/>
          </p:nvSpPr>
          <p:spPr>
            <a:xfrm>
              <a:off x="914400" y="6762267"/>
              <a:ext cx="11658600" cy="6618509"/>
            </a:xfrm>
            <a:prstGeom prst="rect">
              <a:avLst/>
            </a:prstGeom>
            <a:grpFill/>
            <a:ln w="762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56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145744" y="6478996"/>
              <a:ext cx="5193851" cy="96592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725" dirty="0">
                  <a:latin typeface="Bangla MN" charset="0"/>
                  <a:ea typeface="Bangla MN" charset="0"/>
                  <a:cs typeface="Bangla MN" charset="0"/>
                </a:rPr>
                <a:t>Introduction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27342555" y="22125102"/>
            <a:ext cx="10394395" cy="3400436"/>
            <a:chOff x="845736" y="18217490"/>
            <a:chExt cx="11929274" cy="7827920"/>
          </a:xfrm>
        </p:grpSpPr>
        <p:sp>
          <p:nvSpPr>
            <p:cNvPr id="44" name="Rectangle 43"/>
            <p:cNvSpPr/>
            <p:nvPr/>
          </p:nvSpPr>
          <p:spPr>
            <a:xfrm>
              <a:off x="845736" y="18895071"/>
              <a:ext cx="11929274" cy="7150339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56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178059" y="18217490"/>
              <a:ext cx="5389812" cy="160448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725" dirty="0">
                  <a:latin typeface="Bangla MN" charset="0"/>
                  <a:ea typeface="Bangla MN" charset="0"/>
                  <a:cs typeface="Bangla MN" charset="0"/>
                </a:rPr>
                <a:t>References</a:t>
              </a:r>
            </a:p>
          </p:txBody>
        </p:sp>
      </p:grpSp>
      <p:sp>
        <p:nvSpPr>
          <p:cNvPr id="47" name="Rectangle 46"/>
          <p:cNvSpPr/>
          <p:nvPr/>
        </p:nvSpPr>
        <p:spPr>
          <a:xfrm>
            <a:off x="27311054" y="6922906"/>
            <a:ext cx="10288141" cy="14627658"/>
          </a:xfrm>
          <a:prstGeom prst="rect">
            <a:avLst/>
          </a:prstGeom>
          <a:noFill/>
          <a:ln w="762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60"/>
          </a:p>
        </p:txBody>
      </p:sp>
      <p:sp>
        <p:nvSpPr>
          <p:cNvPr id="52" name="TextBox 51"/>
          <p:cNvSpPr txBox="1"/>
          <p:nvPr/>
        </p:nvSpPr>
        <p:spPr>
          <a:xfrm>
            <a:off x="10683475" y="3034863"/>
            <a:ext cx="1763420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300" b="1" dirty="0">
                <a:ln w="3175">
                  <a:noFill/>
                </a:ln>
                <a:latin typeface="Bangla MN" charset="0"/>
                <a:ea typeface="Bangla MN" charset="0"/>
                <a:cs typeface="Bangla MN" charset="0"/>
              </a:rPr>
              <a:t>TITLE OF Your Project Goes Here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687343" y="6613675"/>
            <a:ext cx="6023462" cy="81945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725" dirty="0">
                <a:latin typeface="Bangla MN" charset="0"/>
                <a:ea typeface="Bangla MN" charset="0"/>
                <a:cs typeface="Bangla MN" charset="0"/>
              </a:rPr>
              <a:t>Conclusions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66775" y="4191001"/>
            <a:ext cx="36671250" cy="732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00" b="1" dirty="0">
                <a:latin typeface="Bangla MN" charset="0"/>
                <a:ea typeface="Bangla MN" charset="0"/>
                <a:cs typeface="Bangla MN" charset="0"/>
              </a:rPr>
              <a:t>Chu Lei, Jennifer Linnaea</a:t>
            </a:r>
            <a:endParaRPr lang="en-US" sz="4200" b="1" baseline="30000" dirty="0">
              <a:latin typeface="Bangla MN" charset="0"/>
              <a:ea typeface="Bangla MN" charset="0"/>
              <a:cs typeface="Bangla MN" charset="0"/>
            </a:endParaRPr>
          </a:p>
        </p:txBody>
      </p:sp>
      <p:grpSp>
        <p:nvGrpSpPr>
          <p:cNvPr id="40" name="Group 39"/>
          <p:cNvGrpSpPr/>
          <p:nvPr/>
        </p:nvGrpSpPr>
        <p:grpSpPr>
          <a:xfrm>
            <a:off x="11454545" y="14984643"/>
            <a:ext cx="15498116" cy="14971761"/>
            <a:chOff x="939939" y="20148725"/>
            <a:chExt cx="11616995" cy="9845368"/>
          </a:xfrm>
        </p:grpSpPr>
        <p:sp>
          <p:nvSpPr>
            <p:cNvPr id="41" name="Rectangle 40"/>
            <p:cNvSpPr/>
            <p:nvPr/>
          </p:nvSpPr>
          <p:spPr>
            <a:xfrm>
              <a:off x="939939" y="20347496"/>
              <a:ext cx="11616995" cy="9646597"/>
            </a:xfrm>
            <a:prstGeom prst="rect">
              <a:avLst/>
            </a:prstGeom>
            <a:noFill/>
            <a:ln w="762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560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596281" y="20148725"/>
              <a:ext cx="2338935" cy="5312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725" dirty="0">
                  <a:latin typeface="Bangla MN" charset="0"/>
                  <a:ea typeface="Bangla MN" charset="0"/>
                  <a:cs typeface="Bangla MN" charset="0"/>
                </a:rPr>
                <a:t>Result 2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EABD6380-F16B-42AE-AB20-AED81D8BA8F5}"/>
              </a:ext>
            </a:extLst>
          </p:cNvPr>
          <p:cNvSpPr txBox="1"/>
          <p:nvPr/>
        </p:nvSpPr>
        <p:spPr>
          <a:xfrm>
            <a:off x="800100" y="5225661"/>
            <a:ext cx="36737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150" dirty="0">
                <a:latin typeface="Bangla MN" charset="0"/>
                <a:ea typeface="Bangla MN" charset="0"/>
                <a:cs typeface="Bangla MN" charset="0"/>
              </a:rPr>
              <a:t>University of Oregon, Department of Biology</a:t>
            </a:r>
          </a:p>
        </p:txBody>
      </p:sp>
      <p:grpSp>
        <p:nvGrpSpPr>
          <p:cNvPr id="37" name="Group 36"/>
          <p:cNvGrpSpPr/>
          <p:nvPr/>
        </p:nvGrpSpPr>
        <p:grpSpPr>
          <a:xfrm>
            <a:off x="792286" y="13004197"/>
            <a:ext cx="10283766" cy="5334276"/>
            <a:chOff x="914401" y="19187795"/>
            <a:chExt cx="11609976" cy="12816205"/>
          </a:xfrm>
          <a:solidFill>
            <a:schemeClr val="bg1"/>
          </a:solidFill>
        </p:grpSpPr>
        <p:sp>
          <p:nvSpPr>
            <p:cNvPr id="35" name="Rectangle 34"/>
            <p:cNvSpPr/>
            <p:nvPr/>
          </p:nvSpPr>
          <p:spPr>
            <a:xfrm>
              <a:off x="914401" y="19784857"/>
              <a:ext cx="11609976" cy="12219143"/>
            </a:xfrm>
            <a:prstGeom prst="rect">
              <a:avLst/>
            </a:prstGeom>
            <a:grp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560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871890" y="19187795"/>
              <a:ext cx="7647912" cy="1941105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725" dirty="0">
                  <a:latin typeface="Bangla MN" charset="0"/>
                  <a:ea typeface="Bangla MN" charset="0"/>
                  <a:cs typeface="Bangla MN" charset="0"/>
                </a:rPr>
                <a:t>Research Question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3A17757-1132-41D3-B375-A1C6758D8BC6}"/>
              </a:ext>
            </a:extLst>
          </p:cNvPr>
          <p:cNvGrpSpPr/>
          <p:nvPr/>
        </p:nvGrpSpPr>
        <p:grpSpPr>
          <a:xfrm>
            <a:off x="11076051" y="6462277"/>
            <a:ext cx="15884611" cy="8181701"/>
            <a:chOff x="12617171" y="23698200"/>
            <a:chExt cx="18153841" cy="9260146"/>
          </a:xfrm>
        </p:grpSpPr>
        <p:grpSp>
          <p:nvGrpSpPr>
            <p:cNvPr id="6" name="Group 5"/>
            <p:cNvGrpSpPr/>
            <p:nvPr/>
          </p:nvGrpSpPr>
          <p:grpSpPr>
            <a:xfrm>
              <a:off x="13058880" y="23698200"/>
              <a:ext cx="17712132" cy="9260146"/>
              <a:chOff x="13536444" y="20953271"/>
              <a:chExt cx="13899016" cy="12234346"/>
            </a:xfrm>
          </p:grpSpPr>
          <p:sp>
            <p:nvSpPr>
              <p:cNvPr id="50" name="Rectangle 49"/>
              <p:cNvSpPr/>
              <p:nvPr/>
            </p:nvSpPr>
            <p:spPr>
              <a:xfrm>
                <a:off x="13536444" y="21566383"/>
                <a:ext cx="13899016" cy="11621234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560"/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18210300" y="20953271"/>
                <a:ext cx="4006297" cy="121988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725" dirty="0">
                    <a:latin typeface="Bangla MN" charset="0"/>
                    <a:ea typeface="Bangla MN" charset="0"/>
                    <a:cs typeface="Bangla MN" charset="0"/>
                  </a:rPr>
                  <a:t>Result 1</a:t>
                </a:r>
              </a:p>
            </p:txBody>
          </p:sp>
        </p:grpSp>
        <p:sp>
          <p:nvSpPr>
            <p:cNvPr id="18" name="TextBox 17"/>
            <p:cNvSpPr txBox="1"/>
            <p:nvPr/>
          </p:nvSpPr>
          <p:spPr>
            <a:xfrm>
              <a:off x="12617171" y="24652546"/>
              <a:ext cx="18114021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20886">
                <a:spcAft>
                  <a:spcPts val="3500"/>
                </a:spcAft>
              </a:pPr>
              <a:r>
                <a:rPr lang="en-US" sz="3850" dirty="0">
                  <a:latin typeface="Al Bayan Plain" charset="-78"/>
                  <a:ea typeface="Al Bayan Plain" charset="-78"/>
                  <a:cs typeface="Al Bayan Plain" charset="-78"/>
                </a:rPr>
                <a:t> </a:t>
              </a:r>
            </a:p>
          </p:txBody>
        </p:sp>
      </p:grpSp>
      <p:sp>
        <p:nvSpPr>
          <p:cNvPr id="77" name="Rectangle 76">
            <a:extLst>
              <a:ext uri="{FF2B5EF4-FFF2-40B4-BE49-F238E27FC236}">
                <a16:creationId xmlns:a16="http://schemas.microsoft.com/office/drawing/2014/main" id="{D32A5D87-7F7D-AD4A-AEA5-662F84FE5E2D}"/>
              </a:ext>
            </a:extLst>
          </p:cNvPr>
          <p:cNvSpPr/>
          <p:nvPr/>
        </p:nvSpPr>
        <p:spPr>
          <a:xfrm>
            <a:off x="792286" y="19199162"/>
            <a:ext cx="10277233" cy="10757242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6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05F8FE6-358E-B041-960A-E8BB7198256E}"/>
              </a:ext>
            </a:extLst>
          </p:cNvPr>
          <p:cNvSpPr txBox="1"/>
          <p:nvPr/>
        </p:nvSpPr>
        <p:spPr>
          <a:xfrm>
            <a:off x="3655928" y="18795205"/>
            <a:ext cx="4639613" cy="8194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725" dirty="0">
                <a:latin typeface="Bangla MN" charset="0"/>
                <a:ea typeface="Bangla MN" charset="0"/>
                <a:cs typeface="Bangla MN" charset="0"/>
              </a:rPr>
              <a:t>Methods</a:t>
            </a:r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9F968DDE-0ACE-0C4D-BBFE-4FA621A207D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80" t="31028" r="36618" b="29628"/>
          <a:stretch/>
        </p:blipFill>
        <p:spPr>
          <a:xfrm>
            <a:off x="34461990" y="2879748"/>
            <a:ext cx="2718892" cy="3119120"/>
          </a:xfrm>
          <a:prstGeom prst="rect">
            <a:avLst/>
          </a:prstGeom>
        </p:spPr>
      </p:pic>
      <p:pic>
        <p:nvPicPr>
          <p:cNvPr id="1028" name="Picture 4" descr="OREGON BEE PROJECT">
            <a:extLst>
              <a:ext uri="{FF2B5EF4-FFF2-40B4-BE49-F238E27FC236}">
                <a16:creationId xmlns:a16="http://schemas.microsoft.com/office/drawing/2014/main" id="{1B3E36AE-9E26-1378-A091-8259806358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171" y="2804860"/>
            <a:ext cx="3150629" cy="3226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6234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6F9213B59404E43A44CE396F0EB41DB" ma:contentTypeVersion="17" ma:contentTypeDescription="Create a new document." ma:contentTypeScope="" ma:versionID="fce6b45a062a2e822901d4c016292851">
  <xsd:schema xmlns:xsd="http://www.w3.org/2001/XMLSchema" xmlns:xs="http://www.w3.org/2001/XMLSchema" xmlns:p="http://schemas.microsoft.com/office/2006/metadata/properties" xmlns:ns2="73564203-f0fe-4ae8-8e9f-3aa859c33a2a" xmlns:ns3="c340c53f-212a-43d4-943a-cf81f31f3e59" targetNamespace="http://schemas.microsoft.com/office/2006/metadata/properties" ma:root="true" ma:fieldsID="f9b970dbccb805e6d96bd6c5112c9d7e" ns2:_="" ns3:_="">
    <xsd:import namespace="73564203-f0fe-4ae8-8e9f-3aa859c33a2a"/>
    <xsd:import namespace="c340c53f-212a-43d4-943a-cf81f31f3e5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564203-f0fe-4ae8-8e9f-3aa859c33a2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Length (seconds)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b91a9775-3525-4bf8-b88d-b7eef9d67d4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340c53f-212a-43d4-943a-cf81f31f3e59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3b23f6c9-62ae-47e7-aaeb-4ff983bef013}" ma:internalName="TaxCatchAll" ma:showField="CatchAllData" ma:web="c340c53f-212a-43d4-943a-cf81f31f3e5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3564203-f0fe-4ae8-8e9f-3aa859c33a2a">
      <Terms xmlns="http://schemas.microsoft.com/office/infopath/2007/PartnerControls"/>
    </lcf76f155ced4ddcb4097134ff3c332f>
    <TaxCatchAll xmlns="c340c53f-212a-43d4-943a-cf81f31f3e5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0FC363-817C-4BB3-9BF9-B2C7071C49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3564203-f0fe-4ae8-8e9f-3aa859c33a2a"/>
    <ds:schemaRef ds:uri="c340c53f-212a-43d4-943a-cf81f31f3e5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3ED6497-CB12-4BE5-A6D8-27969E015944}">
  <ds:schemaRefs>
    <ds:schemaRef ds:uri="c340c53f-212a-43d4-943a-cf81f31f3e59"/>
    <ds:schemaRef ds:uri="http://schemas.microsoft.com/office/2006/metadata/properties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www.w3.org/XML/1998/namespace"/>
    <ds:schemaRef ds:uri="http://purl.org/dc/terms/"/>
    <ds:schemaRef ds:uri="http://schemas.openxmlformats.org/package/2006/metadata/core-properties"/>
    <ds:schemaRef ds:uri="73564203-f0fe-4ae8-8e9f-3aa859c33a2a"/>
  </ds:schemaRefs>
</ds:datastoreItem>
</file>

<file path=customXml/itemProps3.xml><?xml version="1.0" encoding="utf-8"?>
<ds:datastoreItem xmlns:ds="http://schemas.openxmlformats.org/officeDocument/2006/customXml" ds:itemID="{2EAA44C3-3866-494C-9120-7B42F7968B8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</Words>
  <Application>Microsoft Macintosh PowerPoint</Application>
  <PresentationFormat>Custom</PresentationFormat>
  <Paragraphs>13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Al Bayan Plain</vt:lpstr>
      <vt:lpstr>Arial</vt:lpstr>
      <vt:lpstr>Bangla MN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67</cp:revision>
  <dcterms:created xsi:type="dcterms:W3CDTF">2012-08-24T00:53:15Z</dcterms:created>
  <dcterms:modified xsi:type="dcterms:W3CDTF">2025-12-01T21:41:25Z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0x01010066F9213B59404E43A44CE396F0EB41DB</vt:lpwstr>
  </property>
  <property fmtid="{D5CDD505-2E9C-101B-9397-08002B2CF9AE}" pid="3" name="MediaServiceImageTags">
    <vt:lpwstr/>
  </property>
</Properties>
</file>